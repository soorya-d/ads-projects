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6"/>
  </p:notesMasterIdLst>
  <p:sldIdLst>
    <p:sldId id="278" r:id="rId5"/>
    <p:sldId id="279" r:id="rId6"/>
    <p:sldId id="314" r:id="rId7"/>
    <p:sldId id="280" r:id="rId8"/>
    <p:sldId id="281" r:id="rId9"/>
    <p:sldId id="284" r:id="rId10"/>
    <p:sldId id="282" r:id="rId11"/>
    <p:sldId id="294" r:id="rId12"/>
    <p:sldId id="295" r:id="rId13"/>
    <p:sldId id="297" r:id="rId14"/>
    <p:sldId id="296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3" r:id="rId30"/>
    <p:sldId id="312" r:id="rId31"/>
    <p:sldId id="289" r:id="rId32"/>
    <p:sldId id="290" r:id="rId33"/>
    <p:sldId id="292" r:id="rId34"/>
    <p:sldId id="293" r:id="rId3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418CA2-8C5F-458C-A28D-84A3D5903F51}" v="19" dt="2024-02-01T08:43:38.395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9" autoAdjust="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orya d" userId="707841d357a76651" providerId="LiveId" clId="{63418CA2-8C5F-458C-A28D-84A3D5903F51}"/>
    <pc:docChg chg="undo custSel addSld delSld modSld sldOrd">
      <pc:chgData name="soorya d" userId="707841d357a76651" providerId="LiveId" clId="{63418CA2-8C5F-458C-A28D-84A3D5903F51}" dt="2024-02-01T08:57:11.104" v="7250" actId="20577"/>
      <pc:docMkLst>
        <pc:docMk/>
      </pc:docMkLst>
      <pc:sldChg chg="modSp mod">
        <pc:chgData name="soorya d" userId="707841d357a76651" providerId="LiveId" clId="{63418CA2-8C5F-458C-A28D-84A3D5903F51}" dt="2024-02-01T06:26:34.721" v="6442" actId="1076"/>
        <pc:sldMkLst>
          <pc:docMk/>
          <pc:sldMk cId="2131568492" sldId="278"/>
        </pc:sldMkLst>
        <pc:spChg chg="mod">
          <ac:chgData name="soorya d" userId="707841d357a76651" providerId="LiveId" clId="{63418CA2-8C5F-458C-A28D-84A3D5903F51}" dt="2024-02-01T06:26:30.149" v="6441" actId="1076"/>
          <ac:spMkLst>
            <pc:docMk/>
            <pc:sldMk cId="2131568492" sldId="278"/>
            <ac:spMk id="2" creationId="{516860D9-9D47-C0BB-B2B4-4B6F2B36CFCC}"/>
          </ac:spMkLst>
        </pc:spChg>
        <pc:spChg chg="mod">
          <ac:chgData name="soorya d" userId="707841d357a76651" providerId="LiveId" clId="{63418CA2-8C5F-458C-A28D-84A3D5903F51}" dt="2024-02-01T06:26:34.721" v="6442" actId="1076"/>
          <ac:spMkLst>
            <pc:docMk/>
            <pc:sldMk cId="2131568492" sldId="278"/>
            <ac:spMk id="3" creationId="{86C1060B-300F-3CE3-E5AA-D8E29791C960}"/>
          </ac:spMkLst>
        </pc:spChg>
      </pc:sldChg>
      <pc:sldChg chg="modSp mod">
        <pc:chgData name="soorya d" userId="707841d357a76651" providerId="LiveId" clId="{63418CA2-8C5F-458C-A28D-84A3D5903F51}" dt="2024-02-01T05:16:26.447" v="6408" actId="1076"/>
        <pc:sldMkLst>
          <pc:docMk/>
          <pc:sldMk cId="3855531800" sldId="279"/>
        </pc:sldMkLst>
        <pc:spChg chg="mod">
          <ac:chgData name="soorya d" userId="707841d357a76651" providerId="LiveId" clId="{63418CA2-8C5F-458C-A28D-84A3D5903F51}" dt="2024-02-01T05:16:26.447" v="6408" actId="1076"/>
          <ac:spMkLst>
            <pc:docMk/>
            <pc:sldMk cId="3855531800" sldId="279"/>
            <ac:spMk id="2" creationId="{85C565E9-D88A-55D3-9D42-BD1C24B6DE9F}"/>
          </ac:spMkLst>
        </pc:spChg>
        <pc:spChg chg="mod">
          <ac:chgData name="soorya d" userId="707841d357a76651" providerId="LiveId" clId="{63418CA2-8C5F-458C-A28D-84A3D5903F51}" dt="2024-02-01T05:15:46.490" v="6407" actId="20577"/>
          <ac:spMkLst>
            <pc:docMk/>
            <pc:sldMk cId="3855531800" sldId="279"/>
            <ac:spMk id="3" creationId="{4D1F66E5-D2D7-172B-46BA-FEBFE092CC7F}"/>
          </ac:spMkLst>
        </pc:spChg>
      </pc:sldChg>
      <pc:sldChg chg="addSp delSp modSp mod modClrScheme chgLayout">
        <pc:chgData name="soorya d" userId="707841d357a76651" providerId="LiveId" clId="{63418CA2-8C5F-458C-A28D-84A3D5903F51}" dt="2024-02-01T06:25:47.639" v="6439" actId="1076"/>
        <pc:sldMkLst>
          <pc:docMk/>
          <pc:sldMk cId="979622006" sldId="280"/>
        </pc:sldMkLst>
        <pc:spChg chg="mod ord">
          <ac:chgData name="soorya d" userId="707841d357a76651" providerId="LiveId" clId="{63418CA2-8C5F-458C-A28D-84A3D5903F51}" dt="2024-02-01T06:25:25.763" v="6438" actId="1076"/>
          <ac:spMkLst>
            <pc:docMk/>
            <pc:sldMk cId="979622006" sldId="280"/>
            <ac:spMk id="2" creationId="{4A940BC6-9DA0-FB4D-8879-DC8B3958C07C}"/>
          </ac:spMkLst>
        </pc:spChg>
        <pc:spChg chg="mod ord">
          <ac:chgData name="soorya d" userId="707841d357a76651" providerId="LiveId" clId="{63418CA2-8C5F-458C-A28D-84A3D5903F51}" dt="2024-02-01T06:24:53.134" v="6435" actId="14100"/>
          <ac:spMkLst>
            <pc:docMk/>
            <pc:sldMk cId="979622006" sldId="280"/>
            <ac:spMk id="3" creationId="{1E0B8C4B-3A3C-9FD1-59FB-1666C1F09376}"/>
          </ac:spMkLst>
        </pc:spChg>
        <pc:spChg chg="add del mod ord">
          <ac:chgData name="soorya d" userId="707841d357a76651" providerId="LiveId" clId="{63418CA2-8C5F-458C-A28D-84A3D5903F51}" dt="2024-02-01T06:22:50.313" v="6420" actId="931"/>
          <ac:spMkLst>
            <pc:docMk/>
            <pc:sldMk cId="979622006" sldId="280"/>
            <ac:spMk id="6" creationId="{9CFD3F76-C20A-CCBD-1CC9-56AF34C23FD1}"/>
          </ac:spMkLst>
        </pc:spChg>
        <pc:spChg chg="mod ord">
          <ac:chgData name="soorya d" userId="707841d357a76651" providerId="LiveId" clId="{63418CA2-8C5F-458C-A28D-84A3D5903F51}" dt="2024-02-01T06:25:47.639" v="6439" actId="1076"/>
          <ac:spMkLst>
            <pc:docMk/>
            <pc:sldMk cId="979622006" sldId="280"/>
            <ac:spMk id="14" creationId="{03571BF2-FCCE-E7A0-736D-9168D2BBFF63}"/>
          </ac:spMkLst>
        </pc:spChg>
        <pc:spChg chg="mod ord">
          <ac:chgData name="soorya d" userId="707841d357a76651" providerId="LiveId" clId="{63418CA2-8C5F-458C-A28D-84A3D5903F51}" dt="2024-02-01T06:22:34.725" v="6419" actId="700"/>
          <ac:spMkLst>
            <pc:docMk/>
            <pc:sldMk cId="979622006" sldId="280"/>
            <ac:spMk id="15" creationId="{7FC3FD3F-45EE-74E3-AD64-441303B83EF3}"/>
          </ac:spMkLst>
        </pc:spChg>
        <pc:picChg chg="add del mod">
          <ac:chgData name="soorya d" userId="707841d357a76651" providerId="LiveId" clId="{63418CA2-8C5F-458C-A28D-84A3D5903F51}" dt="2024-02-01T06:19:33.294" v="6418" actId="478"/>
          <ac:picMkLst>
            <pc:docMk/>
            <pc:sldMk cId="979622006" sldId="280"/>
            <ac:picMk id="5" creationId="{81C82C99-DA19-F323-0763-13D47315D290}"/>
          </ac:picMkLst>
        </pc:picChg>
        <pc:picChg chg="add mod">
          <ac:chgData name="soorya d" userId="707841d357a76651" providerId="LiveId" clId="{63418CA2-8C5F-458C-A28D-84A3D5903F51}" dt="2024-02-01T06:24:07.933" v="6432" actId="1076"/>
          <ac:picMkLst>
            <pc:docMk/>
            <pc:sldMk cId="979622006" sldId="280"/>
            <ac:picMk id="8" creationId="{CAD32548-A0CA-5DBC-8E61-35D67CA96671}"/>
          </ac:picMkLst>
        </pc:picChg>
      </pc:sldChg>
      <pc:sldChg chg="modSp mod">
        <pc:chgData name="soorya d" userId="707841d357a76651" providerId="LiveId" clId="{63418CA2-8C5F-458C-A28D-84A3D5903F51}" dt="2024-01-31T08:18:26.560" v="896" actId="255"/>
        <pc:sldMkLst>
          <pc:docMk/>
          <pc:sldMk cId="2952923800" sldId="281"/>
        </pc:sldMkLst>
        <pc:spChg chg="mod">
          <ac:chgData name="soorya d" userId="707841d357a76651" providerId="LiveId" clId="{63418CA2-8C5F-458C-A28D-84A3D5903F51}" dt="2024-01-31T08:18:11.123" v="894" actId="1076"/>
          <ac:spMkLst>
            <pc:docMk/>
            <pc:sldMk cId="2952923800" sldId="281"/>
            <ac:spMk id="2" creationId="{D53B219B-7E3A-7E84-6386-37313F0CFB09}"/>
          </ac:spMkLst>
        </pc:spChg>
        <pc:spChg chg="mod">
          <ac:chgData name="soorya d" userId="707841d357a76651" providerId="LiveId" clId="{63418CA2-8C5F-458C-A28D-84A3D5903F51}" dt="2024-01-31T08:18:26.560" v="896" actId="255"/>
          <ac:spMkLst>
            <pc:docMk/>
            <pc:sldMk cId="2952923800" sldId="281"/>
            <ac:spMk id="3" creationId="{A2E339BF-E6D7-DD0E-AF02-6813852EE723}"/>
          </ac:spMkLst>
        </pc:spChg>
      </pc:sldChg>
      <pc:sldChg chg="addSp delSp modSp mod modClrScheme chgLayout">
        <pc:chgData name="soorya d" userId="707841d357a76651" providerId="LiveId" clId="{63418CA2-8C5F-458C-A28D-84A3D5903F51}" dt="2024-01-31T09:16:32.306" v="2258" actId="1076"/>
        <pc:sldMkLst>
          <pc:docMk/>
          <pc:sldMk cId="685681062" sldId="282"/>
        </pc:sldMkLst>
        <pc:spChg chg="del mod">
          <ac:chgData name="soorya d" userId="707841d357a76651" providerId="LiveId" clId="{63418CA2-8C5F-458C-A28D-84A3D5903F51}" dt="2024-01-31T08:10:35.803" v="848" actId="700"/>
          <ac:spMkLst>
            <pc:docMk/>
            <pc:sldMk cId="685681062" sldId="282"/>
            <ac:spMk id="2" creationId="{FD5E8954-9BCB-7FD9-A210-38DC54382D45}"/>
          </ac:spMkLst>
        </pc:spChg>
        <pc:spChg chg="add mod ord">
          <ac:chgData name="soorya d" userId="707841d357a76651" providerId="LiveId" clId="{63418CA2-8C5F-458C-A28D-84A3D5903F51}" dt="2024-01-31T09:16:32.306" v="2258" actId="1076"/>
          <ac:spMkLst>
            <pc:docMk/>
            <pc:sldMk cId="685681062" sldId="282"/>
            <ac:spMk id="3" creationId="{A14E7428-2612-EC0F-AEDD-04C1055FDB9D}"/>
          </ac:spMkLst>
        </pc:spChg>
        <pc:spChg chg="del mod">
          <ac:chgData name="soorya d" userId="707841d357a76651" providerId="LiveId" clId="{63418CA2-8C5F-458C-A28D-84A3D5903F51}" dt="2024-01-31T08:10:35.803" v="848" actId="700"/>
          <ac:spMkLst>
            <pc:docMk/>
            <pc:sldMk cId="685681062" sldId="282"/>
            <ac:spMk id="4" creationId="{D2BBD890-6A99-C160-C084-2916E2310718}"/>
          </ac:spMkLst>
        </pc:spChg>
        <pc:spChg chg="del mod">
          <ac:chgData name="soorya d" userId="707841d357a76651" providerId="LiveId" clId="{63418CA2-8C5F-458C-A28D-84A3D5903F51}" dt="2024-01-31T08:10:35.803" v="848" actId="700"/>
          <ac:spMkLst>
            <pc:docMk/>
            <pc:sldMk cId="685681062" sldId="282"/>
            <ac:spMk id="5" creationId="{EEE736C0-59DE-A4DF-7A05-6F22D48CC0D3}"/>
          </ac:spMkLst>
        </pc:spChg>
        <pc:spChg chg="del mod">
          <ac:chgData name="soorya d" userId="707841d357a76651" providerId="LiveId" clId="{63418CA2-8C5F-458C-A28D-84A3D5903F51}" dt="2024-01-31T08:10:35.803" v="848" actId="700"/>
          <ac:spMkLst>
            <pc:docMk/>
            <pc:sldMk cId="685681062" sldId="282"/>
            <ac:spMk id="6" creationId="{8E016EE4-D06F-BB48-F27D-14F290F0FE86}"/>
          </ac:spMkLst>
        </pc:spChg>
        <pc:spChg chg="add mod ord">
          <ac:chgData name="soorya d" userId="707841d357a76651" providerId="LiveId" clId="{63418CA2-8C5F-458C-A28D-84A3D5903F51}" dt="2024-01-31T09:15:58.726" v="2256" actId="20577"/>
          <ac:spMkLst>
            <pc:docMk/>
            <pc:sldMk cId="685681062" sldId="282"/>
            <ac:spMk id="7" creationId="{A24FD31B-2971-2C9C-88D9-776FBBC870EF}"/>
          </ac:spMkLst>
        </pc:spChg>
        <pc:spChg chg="mod ord">
          <ac:chgData name="soorya d" userId="707841d357a76651" providerId="LiveId" clId="{63418CA2-8C5F-458C-A28D-84A3D5903F51}" dt="2024-01-31T08:15:08.556" v="867" actId="700"/>
          <ac:spMkLst>
            <pc:docMk/>
            <pc:sldMk cId="685681062" sldId="282"/>
            <ac:spMk id="23" creationId="{94FF72B7-0438-3641-5939-75128934B0DF}"/>
          </ac:spMkLst>
        </pc:spChg>
      </pc:sldChg>
      <pc:sldChg chg="addSp delSp modSp mod chgLayout">
        <pc:chgData name="soorya d" userId="707841d357a76651" providerId="LiveId" clId="{63418CA2-8C5F-458C-A28D-84A3D5903F51}" dt="2024-01-31T08:34:48.934" v="933" actId="1076"/>
        <pc:sldMkLst>
          <pc:docMk/>
          <pc:sldMk cId="2886474736" sldId="284"/>
        </pc:sldMkLst>
        <pc:spChg chg="mod ord">
          <ac:chgData name="soorya d" userId="707841d357a76651" providerId="LiveId" clId="{63418CA2-8C5F-458C-A28D-84A3D5903F51}" dt="2024-01-31T08:34:48.934" v="933" actId="1076"/>
          <ac:spMkLst>
            <pc:docMk/>
            <pc:sldMk cId="2886474736" sldId="284"/>
            <ac:spMk id="2" creationId="{884B311B-3177-0658-3585-6639F26A9BF6}"/>
          </ac:spMkLst>
        </pc:spChg>
        <pc:spChg chg="add del mod">
          <ac:chgData name="soorya d" userId="707841d357a76651" providerId="LiveId" clId="{63418CA2-8C5F-458C-A28D-84A3D5903F51}" dt="2024-01-31T08:17:10.606" v="887" actId="931"/>
          <ac:spMkLst>
            <pc:docMk/>
            <pc:sldMk cId="2886474736" sldId="284"/>
            <ac:spMk id="4" creationId="{10222999-C836-E41C-2D7A-FB38D72C0D87}"/>
          </ac:spMkLst>
        </pc:spChg>
        <pc:spChg chg="mod ord">
          <ac:chgData name="soorya d" userId="707841d357a76651" providerId="LiveId" clId="{63418CA2-8C5F-458C-A28D-84A3D5903F51}" dt="2024-01-31T08:34:32.815" v="931" actId="14100"/>
          <ac:spMkLst>
            <pc:docMk/>
            <pc:sldMk cId="2886474736" sldId="284"/>
            <ac:spMk id="7" creationId="{3A122237-B06F-5E42-B051-D7859FC21D7D}"/>
          </ac:spMkLst>
        </pc:spChg>
        <pc:spChg chg="mod ord">
          <ac:chgData name="soorya d" userId="707841d357a76651" providerId="LiveId" clId="{63418CA2-8C5F-458C-A28D-84A3D5903F51}" dt="2024-01-31T08:16:18.595" v="882" actId="700"/>
          <ac:spMkLst>
            <pc:docMk/>
            <pc:sldMk cId="2886474736" sldId="284"/>
            <ac:spMk id="8" creationId="{AECF22D2-2B16-C40D-AA90-609B5CD08B3D}"/>
          </ac:spMkLst>
        </pc:spChg>
        <pc:graphicFrameChg chg="del mod ord modGraphic">
          <ac:chgData name="soorya d" userId="707841d357a76651" providerId="LiveId" clId="{63418CA2-8C5F-458C-A28D-84A3D5903F51}" dt="2024-01-31T08:16:21.676" v="883" actId="478"/>
          <ac:graphicFrameMkLst>
            <pc:docMk/>
            <pc:sldMk cId="2886474736" sldId="284"/>
            <ac:graphicFrameMk id="6" creationId="{705AB9BF-07E9-9DED-DB8B-F644759C8FDC}"/>
          </ac:graphicFrameMkLst>
        </pc:graphicFrameChg>
        <pc:picChg chg="add mod">
          <ac:chgData name="soorya d" userId="707841d357a76651" providerId="LiveId" clId="{63418CA2-8C5F-458C-A28D-84A3D5903F51}" dt="2024-01-31T08:34:42.510" v="932" actId="14100"/>
          <ac:picMkLst>
            <pc:docMk/>
            <pc:sldMk cId="2886474736" sldId="284"/>
            <ac:picMk id="9" creationId="{2847D8D0-4562-F173-772C-F15AA4017124}"/>
          </ac:picMkLst>
        </pc:picChg>
      </pc:sldChg>
      <pc:sldChg chg="addSp delSp modSp del mod modClrScheme chgLayout">
        <pc:chgData name="soorya d" userId="707841d357a76651" providerId="LiveId" clId="{63418CA2-8C5F-458C-A28D-84A3D5903F51}" dt="2024-01-31T10:37:31.474" v="3370" actId="2696"/>
        <pc:sldMkLst>
          <pc:docMk/>
          <pc:sldMk cId="2011930182" sldId="285"/>
        </pc:sldMkLst>
        <pc:spChg chg="mod ord">
          <ac:chgData name="soorya d" userId="707841d357a76651" providerId="LiveId" clId="{63418CA2-8C5F-458C-A28D-84A3D5903F51}" dt="2024-01-31T10:36:43.095" v="3352" actId="1076"/>
          <ac:spMkLst>
            <pc:docMk/>
            <pc:sldMk cId="2011930182" sldId="285"/>
            <ac:spMk id="2" creationId="{B2AF69D5-AD7B-521D-22B1-50D8A24356AC}"/>
          </ac:spMkLst>
        </pc:spChg>
        <pc:spChg chg="mod ord">
          <ac:chgData name="soorya d" userId="707841d357a76651" providerId="LiveId" clId="{63418CA2-8C5F-458C-A28D-84A3D5903F51}" dt="2024-01-31T10:37:13.346" v="3368" actId="20577"/>
          <ac:spMkLst>
            <pc:docMk/>
            <pc:sldMk cId="2011930182" sldId="285"/>
            <ac:spMk id="4" creationId="{77C09F16-6D23-666F-6800-8FC697831948}"/>
          </ac:spMkLst>
        </pc:spChg>
        <pc:spChg chg="mod ord">
          <ac:chgData name="soorya d" userId="707841d357a76651" providerId="LiveId" clId="{63418CA2-8C5F-458C-A28D-84A3D5903F51}" dt="2024-01-31T10:35:53.491" v="3292" actId="27636"/>
          <ac:spMkLst>
            <pc:docMk/>
            <pc:sldMk cId="2011930182" sldId="285"/>
            <ac:spMk id="5" creationId="{91128191-45A5-DEA1-F978-421F83D5E664}"/>
          </ac:spMkLst>
        </pc:spChg>
        <pc:spChg chg="mod ord">
          <ac:chgData name="soorya d" userId="707841d357a76651" providerId="LiveId" clId="{63418CA2-8C5F-458C-A28D-84A3D5903F51}" dt="2024-01-31T10:36:16.894" v="3309" actId="1076"/>
          <ac:spMkLst>
            <pc:docMk/>
            <pc:sldMk cId="2011930182" sldId="285"/>
            <ac:spMk id="6" creationId="{EEF6A845-F328-1053-A365-3DA9CBAF9BA4}"/>
          </ac:spMkLst>
        </pc:spChg>
        <pc:spChg chg="add mod">
          <ac:chgData name="soorya d" userId="707841d357a76651" providerId="LiveId" clId="{63418CA2-8C5F-458C-A28D-84A3D5903F51}" dt="2024-01-31T10:36:54.151" v="3353" actId="478"/>
          <ac:spMkLst>
            <pc:docMk/>
            <pc:sldMk cId="2011930182" sldId="285"/>
            <ac:spMk id="7" creationId="{D713F9B2-DD33-F782-D8A7-C539F3EA3A2C}"/>
          </ac:spMkLst>
        </pc:spChg>
        <pc:spChg chg="mod ord">
          <ac:chgData name="soorya d" userId="707841d357a76651" providerId="LiveId" clId="{63418CA2-8C5F-458C-A28D-84A3D5903F51}" dt="2024-01-31T10:36:32.397" v="3343" actId="20577"/>
          <ac:spMkLst>
            <pc:docMk/>
            <pc:sldMk cId="2011930182" sldId="285"/>
            <ac:spMk id="8" creationId="{F46AF003-A457-D7E6-F39B-1A85A426A3E5}"/>
          </ac:spMkLst>
        </pc:spChg>
        <pc:spChg chg="mod ord">
          <ac:chgData name="soorya d" userId="707841d357a76651" providerId="LiveId" clId="{63418CA2-8C5F-458C-A28D-84A3D5903F51}" dt="2024-01-31T10:35:53.438" v="3288" actId="700"/>
          <ac:spMkLst>
            <pc:docMk/>
            <pc:sldMk cId="2011930182" sldId="285"/>
            <ac:spMk id="9" creationId="{0A413FDF-11CF-6B9B-871F-ED1ED06E76B9}"/>
          </ac:spMkLst>
        </pc:spChg>
        <pc:spChg chg="mod ord">
          <ac:chgData name="soorya d" userId="707841d357a76651" providerId="LiveId" clId="{63418CA2-8C5F-458C-A28D-84A3D5903F51}" dt="2024-01-31T10:35:53.475" v="3289" actId="27636"/>
          <ac:spMkLst>
            <pc:docMk/>
            <pc:sldMk cId="2011930182" sldId="285"/>
            <ac:spMk id="11" creationId="{B3CED26D-9022-0D83-FB0D-E3471E6F7ECE}"/>
          </ac:spMkLst>
        </pc:spChg>
        <pc:spChg chg="mod ord">
          <ac:chgData name="soorya d" userId="707841d357a76651" providerId="LiveId" clId="{63418CA2-8C5F-458C-A28D-84A3D5903F51}" dt="2024-01-31T10:35:53.438" v="3288" actId="700"/>
          <ac:spMkLst>
            <pc:docMk/>
            <pc:sldMk cId="2011930182" sldId="285"/>
            <ac:spMk id="12" creationId="{518301B7-15C5-E184-096F-BF82F42163C2}"/>
          </ac:spMkLst>
        </pc:spChg>
        <pc:spChg chg="mod ord">
          <ac:chgData name="soorya d" userId="707841d357a76651" providerId="LiveId" clId="{63418CA2-8C5F-458C-A28D-84A3D5903F51}" dt="2024-01-31T10:37:05.272" v="3367" actId="5793"/>
          <ac:spMkLst>
            <pc:docMk/>
            <pc:sldMk cId="2011930182" sldId="285"/>
            <ac:spMk id="14" creationId="{DD57FB11-65D1-6B1C-8D88-F932BF765A7C}"/>
          </ac:spMkLst>
        </pc:spChg>
        <pc:spChg chg="mod ord">
          <ac:chgData name="soorya d" userId="707841d357a76651" providerId="LiveId" clId="{63418CA2-8C5F-458C-A28D-84A3D5903F51}" dt="2024-01-31T10:35:53.438" v="3288" actId="700"/>
          <ac:spMkLst>
            <pc:docMk/>
            <pc:sldMk cId="2011930182" sldId="285"/>
            <ac:spMk id="73" creationId="{253AA363-0A91-5CE9-7764-DD7813D6BF70}"/>
          </ac:spMkLst>
        </pc:spChg>
        <pc:spChg chg="mod ord">
          <ac:chgData name="soorya d" userId="707841d357a76651" providerId="LiveId" clId="{63418CA2-8C5F-458C-A28D-84A3D5903F51}" dt="2024-01-31T10:35:53.438" v="3288" actId="700"/>
          <ac:spMkLst>
            <pc:docMk/>
            <pc:sldMk cId="2011930182" sldId="285"/>
            <ac:spMk id="74" creationId="{B964C6B0-844C-A964-2B74-46CF893E1381}"/>
          </ac:spMkLst>
        </pc:spChg>
        <pc:picChg chg="del mod ord">
          <ac:chgData name="soorya d" userId="707841d357a76651" providerId="LiveId" clId="{63418CA2-8C5F-458C-A28D-84A3D5903F51}" dt="2024-01-31T10:36:54.151" v="3353" actId="478"/>
          <ac:picMkLst>
            <pc:docMk/>
            <pc:sldMk cId="2011930182" sldId="285"/>
            <ac:picMk id="16" creationId="{53DF829E-A1C4-421E-3B50-ABC29F74AD7E}"/>
          </ac:picMkLst>
        </pc:picChg>
        <pc:picChg chg="del mod ord">
          <ac:chgData name="soorya d" userId="707841d357a76651" providerId="LiveId" clId="{63418CA2-8C5F-458C-A28D-84A3D5903F51}" dt="2024-01-31T10:35:57.365" v="3293" actId="478"/>
          <ac:picMkLst>
            <pc:docMk/>
            <pc:sldMk cId="2011930182" sldId="285"/>
            <ac:picMk id="18" creationId="{E5C9C66F-AADD-4ED0-1C1D-B85BA2731ECA}"/>
          </ac:picMkLst>
        </pc:picChg>
        <pc:picChg chg="del mod ord">
          <ac:chgData name="soorya d" userId="707841d357a76651" providerId="LiveId" clId="{63418CA2-8C5F-458C-A28D-84A3D5903F51}" dt="2024-01-31T10:36:59.606" v="3355" actId="478"/>
          <ac:picMkLst>
            <pc:docMk/>
            <pc:sldMk cId="2011930182" sldId="285"/>
            <ac:picMk id="20" creationId="{886BA800-53E3-4B2D-1E62-F03543D34994}"/>
          </ac:picMkLst>
        </pc:picChg>
        <pc:picChg chg="del mod ord">
          <ac:chgData name="soorya d" userId="707841d357a76651" providerId="LiveId" clId="{63418CA2-8C5F-458C-A28D-84A3D5903F51}" dt="2024-01-31T10:36:57.068" v="3354" actId="478"/>
          <ac:picMkLst>
            <pc:docMk/>
            <pc:sldMk cId="2011930182" sldId="285"/>
            <ac:picMk id="22" creationId="{CF9A94E1-4A49-F134-498B-3886D8C21B47}"/>
          </ac:picMkLst>
        </pc:picChg>
      </pc:sldChg>
      <pc:sldChg chg="modSp del mod modClrScheme chgLayout">
        <pc:chgData name="soorya d" userId="707841d357a76651" providerId="LiveId" clId="{63418CA2-8C5F-458C-A28D-84A3D5903F51}" dt="2024-01-31T10:54:12.649" v="3839" actId="2696"/>
        <pc:sldMkLst>
          <pc:docMk/>
          <pc:sldMk cId="2452269796" sldId="287"/>
        </pc:sldMkLst>
        <pc:spChg chg="mod ord">
          <ac:chgData name="soorya d" userId="707841d357a76651" providerId="LiveId" clId="{63418CA2-8C5F-458C-A28D-84A3D5903F51}" dt="2024-01-31T10:53:46.891" v="3822" actId="700"/>
          <ac:spMkLst>
            <pc:docMk/>
            <pc:sldMk cId="2452269796" sldId="287"/>
            <ac:spMk id="2" creationId="{B2AF69D5-AD7B-521D-22B1-50D8A24356AC}"/>
          </ac:spMkLst>
        </pc:spChg>
        <pc:spChg chg="mod ord">
          <ac:chgData name="soorya d" userId="707841d357a76651" providerId="LiveId" clId="{63418CA2-8C5F-458C-A28D-84A3D5903F51}" dt="2024-01-31T10:53:46.891" v="3822" actId="700"/>
          <ac:spMkLst>
            <pc:docMk/>
            <pc:sldMk cId="2452269796" sldId="287"/>
            <ac:spMk id="4" creationId="{77C09F16-6D23-666F-6800-8FC697831948}"/>
          </ac:spMkLst>
        </pc:spChg>
        <pc:spChg chg="mod ord">
          <ac:chgData name="soorya d" userId="707841d357a76651" providerId="LiveId" clId="{63418CA2-8C5F-458C-A28D-84A3D5903F51}" dt="2024-01-31T10:53:47.017" v="3834" actId="27636"/>
          <ac:spMkLst>
            <pc:docMk/>
            <pc:sldMk cId="2452269796" sldId="287"/>
            <ac:spMk id="5" creationId="{91128191-45A5-DEA1-F978-421F83D5E664}"/>
          </ac:spMkLst>
        </pc:spChg>
        <pc:spChg chg="mod ord">
          <ac:chgData name="soorya d" userId="707841d357a76651" providerId="LiveId" clId="{63418CA2-8C5F-458C-A28D-84A3D5903F51}" dt="2024-01-31T10:53:46.986" v="3823" actId="27636"/>
          <ac:spMkLst>
            <pc:docMk/>
            <pc:sldMk cId="2452269796" sldId="287"/>
            <ac:spMk id="6" creationId="{EEF6A845-F328-1053-A365-3DA9CBAF9BA4}"/>
          </ac:spMkLst>
        </pc:spChg>
        <pc:spChg chg="mod ord">
          <ac:chgData name="soorya d" userId="707841d357a76651" providerId="LiveId" clId="{63418CA2-8C5F-458C-A28D-84A3D5903F51}" dt="2024-01-31T10:53:47.001" v="3833" actId="27636"/>
          <ac:spMkLst>
            <pc:docMk/>
            <pc:sldMk cId="2452269796" sldId="287"/>
            <ac:spMk id="8" creationId="{F46AF003-A457-D7E6-F39B-1A85A426A3E5}"/>
          </ac:spMkLst>
        </pc:spChg>
        <pc:spChg chg="mod ord">
          <ac:chgData name="soorya d" userId="707841d357a76651" providerId="LiveId" clId="{63418CA2-8C5F-458C-A28D-84A3D5903F51}" dt="2024-01-31T10:53:46.986" v="3828" actId="27636"/>
          <ac:spMkLst>
            <pc:docMk/>
            <pc:sldMk cId="2452269796" sldId="287"/>
            <ac:spMk id="9" creationId="{0A413FDF-11CF-6B9B-871F-ED1ED06E76B9}"/>
          </ac:spMkLst>
        </pc:spChg>
        <pc:spChg chg="mod ord">
          <ac:chgData name="soorya d" userId="707841d357a76651" providerId="LiveId" clId="{63418CA2-8C5F-458C-A28D-84A3D5903F51}" dt="2024-01-31T10:53:47.001" v="3832" actId="27636"/>
          <ac:spMkLst>
            <pc:docMk/>
            <pc:sldMk cId="2452269796" sldId="287"/>
            <ac:spMk id="11" creationId="{B3CED26D-9022-0D83-FB0D-E3471E6F7ECE}"/>
          </ac:spMkLst>
        </pc:spChg>
        <pc:spChg chg="mod ord">
          <ac:chgData name="soorya d" userId="707841d357a76651" providerId="LiveId" clId="{63418CA2-8C5F-458C-A28D-84A3D5903F51}" dt="2024-01-31T10:53:46.986" v="3826" actId="27636"/>
          <ac:spMkLst>
            <pc:docMk/>
            <pc:sldMk cId="2452269796" sldId="287"/>
            <ac:spMk id="12" creationId="{518301B7-15C5-E184-096F-BF82F42163C2}"/>
          </ac:spMkLst>
        </pc:spChg>
        <pc:spChg chg="mod ord">
          <ac:chgData name="soorya d" userId="707841d357a76651" providerId="LiveId" clId="{63418CA2-8C5F-458C-A28D-84A3D5903F51}" dt="2024-01-31T10:53:47.001" v="3830" actId="27636"/>
          <ac:spMkLst>
            <pc:docMk/>
            <pc:sldMk cId="2452269796" sldId="287"/>
            <ac:spMk id="14" creationId="{DD57FB11-65D1-6B1C-8D88-F932BF765A7C}"/>
          </ac:spMkLst>
        </pc:spChg>
        <pc:spChg chg="mod ord">
          <ac:chgData name="soorya d" userId="707841d357a76651" providerId="LiveId" clId="{63418CA2-8C5F-458C-A28D-84A3D5903F51}" dt="2024-01-31T10:53:46.986" v="3825" actId="27636"/>
          <ac:spMkLst>
            <pc:docMk/>
            <pc:sldMk cId="2452269796" sldId="287"/>
            <ac:spMk id="159" creationId="{F269F917-64D7-CDF3-D985-799AE9C3B794}"/>
          </ac:spMkLst>
        </pc:spChg>
        <pc:spChg chg="mod ord">
          <ac:chgData name="soorya d" userId="707841d357a76651" providerId="LiveId" clId="{63418CA2-8C5F-458C-A28D-84A3D5903F51}" dt="2024-01-31T10:53:46.986" v="3827" actId="27636"/>
          <ac:spMkLst>
            <pc:docMk/>
            <pc:sldMk cId="2452269796" sldId="287"/>
            <ac:spMk id="160" creationId="{2814DD63-8543-970F-927B-E6AA56C99E6C}"/>
          </ac:spMkLst>
        </pc:spChg>
        <pc:spChg chg="mod ord">
          <ac:chgData name="soorya d" userId="707841d357a76651" providerId="LiveId" clId="{63418CA2-8C5F-458C-A28D-84A3D5903F51}" dt="2024-01-31T10:53:47.001" v="3829" actId="27636"/>
          <ac:spMkLst>
            <pc:docMk/>
            <pc:sldMk cId="2452269796" sldId="287"/>
            <ac:spMk id="186" creationId="{18835196-357D-8C96-24B5-B52A2DDEB005}"/>
          </ac:spMkLst>
        </pc:spChg>
        <pc:spChg chg="mod ord">
          <ac:chgData name="soorya d" userId="707841d357a76651" providerId="LiveId" clId="{63418CA2-8C5F-458C-A28D-84A3D5903F51}" dt="2024-01-31T10:53:47.017" v="3835" actId="27636"/>
          <ac:spMkLst>
            <pc:docMk/>
            <pc:sldMk cId="2452269796" sldId="287"/>
            <ac:spMk id="187" creationId="{41C11B69-21C7-3FD7-1E14-583CF5B1707B}"/>
          </ac:spMkLst>
        </pc:spChg>
        <pc:spChg chg="mod ord">
          <ac:chgData name="soorya d" userId="707841d357a76651" providerId="LiveId" clId="{63418CA2-8C5F-458C-A28D-84A3D5903F51}" dt="2024-01-31T10:53:47.017" v="3836" actId="27636"/>
          <ac:spMkLst>
            <pc:docMk/>
            <pc:sldMk cId="2452269796" sldId="287"/>
            <ac:spMk id="188" creationId="{D362CDA4-D5CF-59E2-690B-FD99A9F4A51C}"/>
          </ac:spMkLst>
        </pc:spChg>
        <pc:spChg chg="mod ord">
          <ac:chgData name="soorya d" userId="707841d357a76651" providerId="LiveId" clId="{63418CA2-8C5F-458C-A28D-84A3D5903F51}" dt="2024-01-31T10:53:47.017" v="3837" actId="27636"/>
          <ac:spMkLst>
            <pc:docMk/>
            <pc:sldMk cId="2452269796" sldId="287"/>
            <ac:spMk id="189" creationId="{D14B20BF-5DF9-3EC6-60DD-C63E039F74EC}"/>
          </ac:spMkLst>
        </pc:spChg>
        <pc:spChg chg="mod ord">
          <ac:chgData name="soorya d" userId="707841d357a76651" providerId="LiveId" clId="{63418CA2-8C5F-458C-A28D-84A3D5903F51}" dt="2024-01-31T10:53:46.986" v="3824" actId="27636"/>
          <ac:spMkLst>
            <pc:docMk/>
            <pc:sldMk cId="2452269796" sldId="287"/>
            <ac:spMk id="190" creationId="{6FA69800-878A-E997-C835-4A34703F2394}"/>
          </ac:spMkLst>
        </pc:spChg>
        <pc:spChg chg="mod ord">
          <ac:chgData name="soorya d" userId="707841d357a76651" providerId="LiveId" clId="{63418CA2-8C5F-458C-A28D-84A3D5903F51}" dt="2024-01-31T10:53:47.001" v="3831" actId="27636"/>
          <ac:spMkLst>
            <pc:docMk/>
            <pc:sldMk cId="2452269796" sldId="287"/>
            <ac:spMk id="191" creationId="{231555FC-0BA5-3E6F-7FCB-66878580BB2C}"/>
          </ac:spMkLst>
        </pc:spChg>
        <pc:spChg chg="mod ord">
          <ac:chgData name="soorya d" userId="707841d357a76651" providerId="LiveId" clId="{63418CA2-8C5F-458C-A28D-84A3D5903F51}" dt="2024-01-31T10:53:46.891" v="3822" actId="700"/>
          <ac:spMkLst>
            <pc:docMk/>
            <pc:sldMk cId="2452269796" sldId="287"/>
            <ac:spMk id="218" creationId="{C29F391A-4647-2731-26B5-3B262D8730A1}"/>
          </ac:spMkLst>
        </pc:spChg>
        <pc:picChg chg="mod ord">
          <ac:chgData name="soorya d" userId="707841d357a76651" providerId="LiveId" clId="{63418CA2-8C5F-458C-A28D-84A3D5903F51}" dt="2024-01-31T10:53:46.891" v="3822" actId="700"/>
          <ac:picMkLst>
            <pc:docMk/>
            <pc:sldMk cId="2452269796" sldId="287"/>
            <ac:picMk id="127" creationId="{647C05DC-04F0-1158-3AA5-BF470126B98D}"/>
          </ac:picMkLst>
        </pc:picChg>
        <pc:picChg chg="mod ord">
          <ac:chgData name="soorya d" userId="707841d357a76651" providerId="LiveId" clId="{63418CA2-8C5F-458C-A28D-84A3D5903F51}" dt="2024-01-31T10:53:46.891" v="3822" actId="700"/>
          <ac:picMkLst>
            <pc:docMk/>
            <pc:sldMk cId="2452269796" sldId="287"/>
            <ac:picMk id="129" creationId="{8B3998AA-37D7-2B8A-664B-5EE240398288}"/>
          </ac:picMkLst>
        </pc:picChg>
        <pc:picChg chg="mod ord">
          <ac:chgData name="soorya d" userId="707841d357a76651" providerId="LiveId" clId="{63418CA2-8C5F-458C-A28D-84A3D5903F51}" dt="2024-01-31T10:53:46.891" v="3822" actId="700"/>
          <ac:picMkLst>
            <pc:docMk/>
            <pc:sldMk cId="2452269796" sldId="287"/>
            <ac:picMk id="131" creationId="{2269A4E3-AE66-274F-54C8-9DD8DBA3B151}"/>
          </ac:picMkLst>
        </pc:picChg>
        <pc:picChg chg="mod ord">
          <ac:chgData name="soorya d" userId="707841d357a76651" providerId="LiveId" clId="{63418CA2-8C5F-458C-A28D-84A3D5903F51}" dt="2024-01-31T10:53:46.891" v="3822" actId="700"/>
          <ac:picMkLst>
            <pc:docMk/>
            <pc:sldMk cId="2452269796" sldId="287"/>
            <ac:picMk id="133" creationId="{65B0483B-CE9B-CD44-979E-DBD8145B7D30}"/>
          </ac:picMkLst>
        </pc:picChg>
        <pc:picChg chg="mod ord">
          <ac:chgData name="soorya d" userId="707841d357a76651" providerId="LiveId" clId="{63418CA2-8C5F-458C-A28D-84A3D5903F51}" dt="2024-01-31T10:53:46.891" v="3822" actId="700"/>
          <ac:picMkLst>
            <pc:docMk/>
            <pc:sldMk cId="2452269796" sldId="287"/>
            <ac:picMk id="135" creationId="{53CE1A7F-C303-6378-F7D9-285999C320CB}"/>
          </ac:picMkLst>
        </pc:picChg>
        <pc:picChg chg="mod ord">
          <ac:chgData name="soorya d" userId="707841d357a76651" providerId="LiveId" clId="{63418CA2-8C5F-458C-A28D-84A3D5903F51}" dt="2024-01-31T10:53:46.891" v="3822" actId="700"/>
          <ac:picMkLst>
            <pc:docMk/>
            <pc:sldMk cId="2452269796" sldId="287"/>
            <ac:picMk id="137" creationId="{5C2754CD-7055-FC29-FE1C-82327C464143}"/>
          </ac:picMkLst>
        </pc:picChg>
        <pc:picChg chg="mod ord">
          <ac:chgData name="soorya d" userId="707841d357a76651" providerId="LiveId" clId="{63418CA2-8C5F-458C-A28D-84A3D5903F51}" dt="2024-01-31T10:53:46.891" v="3822" actId="700"/>
          <ac:picMkLst>
            <pc:docMk/>
            <pc:sldMk cId="2452269796" sldId="287"/>
            <ac:picMk id="139" creationId="{9A9F1D08-2372-A757-BE1E-91723DB0EBBF}"/>
          </ac:picMkLst>
        </pc:picChg>
        <pc:picChg chg="mod ord">
          <ac:chgData name="soorya d" userId="707841d357a76651" providerId="LiveId" clId="{63418CA2-8C5F-458C-A28D-84A3D5903F51}" dt="2024-01-31T10:53:46.891" v="3822" actId="700"/>
          <ac:picMkLst>
            <pc:docMk/>
            <pc:sldMk cId="2452269796" sldId="287"/>
            <ac:picMk id="141" creationId="{9714A55E-3681-98F0-A943-50EE7A07869C}"/>
          </ac:picMkLst>
        </pc:picChg>
      </pc:sldChg>
      <pc:sldChg chg="modSp del mod">
        <pc:chgData name="soorya d" userId="707841d357a76651" providerId="LiveId" clId="{63418CA2-8C5F-458C-A28D-84A3D5903F51}" dt="2024-01-31T10:59:35.778" v="3891" actId="2696"/>
        <pc:sldMkLst>
          <pc:docMk/>
          <pc:sldMk cId="1600494506" sldId="288"/>
        </pc:sldMkLst>
        <pc:picChg chg="ord">
          <ac:chgData name="soorya d" userId="707841d357a76651" providerId="LiveId" clId="{63418CA2-8C5F-458C-A28D-84A3D5903F51}" dt="2024-01-31T08:08:56.662" v="843" actId="171"/>
          <ac:picMkLst>
            <pc:docMk/>
            <pc:sldMk cId="1600494506" sldId="288"/>
            <ac:picMk id="292" creationId="{8167DB44-EDED-0971-E35D-A5FA1E47C215}"/>
          </ac:picMkLst>
        </pc:picChg>
      </pc:sldChg>
      <pc:sldChg chg="addSp delSp modSp mod">
        <pc:chgData name="soorya d" userId="707841d357a76651" providerId="LiveId" clId="{63418CA2-8C5F-458C-A28D-84A3D5903F51}" dt="2024-01-31T08:05:47.487" v="842" actId="14100"/>
        <pc:sldMkLst>
          <pc:docMk/>
          <pc:sldMk cId="2502887943" sldId="289"/>
        </pc:sldMkLst>
        <pc:spChg chg="add mod">
          <ac:chgData name="soorya d" userId="707841d357a76651" providerId="LiveId" clId="{63418CA2-8C5F-458C-A28D-84A3D5903F51}" dt="2024-01-31T07:56:57.296" v="389" actId="1076"/>
          <ac:spMkLst>
            <pc:docMk/>
            <pc:sldMk cId="2502887943" sldId="289"/>
            <ac:spMk id="2" creationId="{47E5D5D2-522C-00DF-46CD-2B87244C19D5}"/>
          </ac:spMkLst>
        </pc:spChg>
        <pc:spChg chg="mod">
          <ac:chgData name="soorya d" userId="707841d357a76651" providerId="LiveId" clId="{63418CA2-8C5F-458C-A28D-84A3D5903F51}" dt="2024-01-31T07:57:56.861" v="451" actId="20577"/>
          <ac:spMkLst>
            <pc:docMk/>
            <pc:sldMk cId="2502887943" sldId="289"/>
            <ac:spMk id="24" creationId="{A3BF8E55-B2B9-104D-F277-08902534735D}"/>
          </ac:spMkLst>
        </pc:spChg>
        <pc:spChg chg="mod">
          <ac:chgData name="soorya d" userId="707841d357a76651" providerId="LiveId" clId="{63418CA2-8C5F-458C-A28D-84A3D5903F51}" dt="2024-01-31T08:04:31.521" v="744" actId="20577"/>
          <ac:spMkLst>
            <pc:docMk/>
            <pc:sldMk cId="2502887943" sldId="289"/>
            <ac:spMk id="25" creationId="{BCE9DA14-62AB-A857-6387-1F5D330B3F36}"/>
          </ac:spMkLst>
        </pc:spChg>
        <pc:spChg chg="mod">
          <ac:chgData name="soorya d" userId="707841d357a76651" providerId="LiveId" clId="{63418CA2-8C5F-458C-A28D-84A3D5903F51}" dt="2024-01-31T08:05:47.487" v="842" actId="14100"/>
          <ac:spMkLst>
            <pc:docMk/>
            <pc:sldMk cId="2502887943" sldId="289"/>
            <ac:spMk id="26" creationId="{710CB940-D45B-59F1-06E5-9CC94100EF05}"/>
          </ac:spMkLst>
        </pc:spChg>
        <pc:spChg chg="mod">
          <ac:chgData name="soorya d" userId="707841d357a76651" providerId="LiveId" clId="{63418CA2-8C5F-458C-A28D-84A3D5903F51}" dt="2024-01-31T08:05:10.738" v="805" actId="20577"/>
          <ac:spMkLst>
            <pc:docMk/>
            <pc:sldMk cId="2502887943" sldId="289"/>
            <ac:spMk id="27" creationId="{A0DA38E3-68A2-4FF9-022B-BA0DF832B1DB}"/>
          </ac:spMkLst>
        </pc:spChg>
        <pc:spChg chg="mod">
          <ac:chgData name="soorya d" userId="707841d357a76651" providerId="LiveId" clId="{63418CA2-8C5F-458C-A28D-84A3D5903F51}" dt="2024-01-31T08:05:15.860" v="806" actId="20577"/>
          <ac:spMkLst>
            <pc:docMk/>
            <pc:sldMk cId="2502887943" sldId="289"/>
            <ac:spMk id="28" creationId="{B72BD1AE-7290-BA6E-18FB-8181C0D13E7C}"/>
          </ac:spMkLst>
        </pc:spChg>
        <pc:spChg chg="mod">
          <ac:chgData name="soorya d" userId="707841d357a76651" providerId="LiveId" clId="{63418CA2-8C5F-458C-A28D-84A3D5903F51}" dt="2024-01-31T07:55:30.673" v="335" actId="20577"/>
          <ac:spMkLst>
            <pc:docMk/>
            <pc:sldMk cId="2502887943" sldId="289"/>
            <ac:spMk id="56" creationId="{42027341-30B3-44DB-373E-60B96EBF2043}"/>
          </ac:spMkLst>
        </pc:spChg>
        <pc:spChg chg="mod">
          <ac:chgData name="soorya d" userId="707841d357a76651" providerId="LiveId" clId="{63418CA2-8C5F-458C-A28D-84A3D5903F51}" dt="2024-01-31T07:55:46.245" v="349" actId="20577"/>
          <ac:spMkLst>
            <pc:docMk/>
            <pc:sldMk cId="2502887943" sldId="289"/>
            <ac:spMk id="57" creationId="{49B99446-8DB8-EAE8-ADEB-8E02F160B106}"/>
          </ac:spMkLst>
        </pc:spChg>
        <pc:spChg chg="mod">
          <ac:chgData name="soorya d" userId="707841d357a76651" providerId="LiveId" clId="{63418CA2-8C5F-458C-A28D-84A3D5903F51}" dt="2024-01-31T07:55:52.536" v="355" actId="20577"/>
          <ac:spMkLst>
            <pc:docMk/>
            <pc:sldMk cId="2502887943" sldId="289"/>
            <ac:spMk id="58" creationId="{4F1381C5-2C37-6542-2CC4-2EBF6B0C41D4}"/>
          </ac:spMkLst>
        </pc:spChg>
        <pc:spChg chg="mod">
          <ac:chgData name="soorya d" userId="707841d357a76651" providerId="LiveId" clId="{63418CA2-8C5F-458C-A28D-84A3D5903F51}" dt="2024-01-31T07:56:05.077" v="365" actId="20577"/>
          <ac:spMkLst>
            <pc:docMk/>
            <pc:sldMk cId="2502887943" sldId="289"/>
            <ac:spMk id="59" creationId="{9348E88D-CFB1-4BF1-41EC-723BBD602AF2}"/>
          </ac:spMkLst>
        </pc:spChg>
        <pc:spChg chg="mod">
          <ac:chgData name="soorya d" userId="707841d357a76651" providerId="LiveId" clId="{63418CA2-8C5F-458C-A28D-84A3D5903F51}" dt="2024-01-31T07:56:22.047" v="385" actId="20577"/>
          <ac:spMkLst>
            <pc:docMk/>
            <pc:sldMk cId="2502887943" sldId="289"/>
            <ac:spMk id="60" creationId="{E1B218F5-E615-C534-C7FC-E55781596535}"/>
          </ac:spMkLst>
        </pc:spChg>
        <pc:spChg chg="del">
          <ac:chgData name="soorya d" userId="707841d357a76651" providerId="LiveId" clId="{63418CA2-8C5F-458C-A28D-84A3D5903F51}" dt="2024-01-31T07:55:07.181" v="323" actId="478"/>
          <ac:spMkLst>
            <pc:docMk/>
            <pc:sldMk cId="2502887943" sldId="289"/>
            <ac:spMk id="139" creationId="{632DC974-3AFC-3B05-984D-8920F2613BAB}"/>
          </ac:spMkLst>
        </pc:spChg>
        <pc:spChg chg="mod">
          <ac:chgData name="soorya d" userId="707841d357a76651" providerId="LiveId" clId="{63418CA2-8C5F-458C-A28D-84A3D5903F51}" dt="2024-01-31T07:56:31.098" v="386" actId="1076"/>
          <ac:spMkLst>
            <pc:docMk/>
            <pc:sldMk cId="2502887943" sldId="289"/>
            <ac:spMk id="141" creationId="{F2040969-B583-70C1-87C1-D19C7BB276E9}"/>
          </ac:spMkLst>
        </pc:spChg>
      </pc:sldChg>
      <pc:sldChg chg="addSp delSp modSp mod">
        <pc:chgData name="soorya d" userId="707841d357a76651" providerId="LiveId" clId="{63418CA2-8C5F-458C-A28D-84A3D5903F51}" dt="2024-02-01T05:42:14.406" v="6413" actId="1076"/>
        <pc:sldMkLst>
          <pc:docMk/>
          <pc:sldMk cId="3170280394" sldId="290"/>
        </pc:sldMkLst>
        <pc:spChg chg="mod">
          <ac:chgData name="soorya d" userId="707841d357a76651" providerId="LiveId" clId="{63418CA2-8C5F-458C-A28D-84A3D5903F51}" dt="2024-02-01T05:42:14.406" v="6413" actId="1076"/>
          <ac:spMkLst>
            <pc:docMk/>
            <pc:sldMk cId="3170280394" sldId="290"/>
            <ac:spMk id="2" creationId="{86B309B0-6209-D3D0-9D5E-308B9F6E7303}"/>
          </ac:spMkLst>
        </pc:spChg>
        <pc:spChg chg="mod">
          <ac:chgData name="soorya d" userId="707841d357a76651" providerId="LiveId" clId="{63418CA2-8C5F-458C-A28D-84A3D5903F51}" dt="2024-01-31T07:54:33.946" v="318" actId="20577"/>
          <ac:spMkLst>
            <pc:docMk/>
            <pc:sldMk cId="3170280394" sldId="290"/>
            <ac:spMk id="11" creationId="{A2C39DD0-CD86-2929-7808-58D17FC2C0A6}"/>
          </ac:spMkLst>
        </pc:spChg>
        <pc:spChg chg="del mod">
          <ac:chgData name="soorya d" userId="707841d357a76651" providerId="LiveId" clId="{63418CA2-8C5F-458C-A28D-84A3D5903F51}" dt="2024-01-31T07:49:57.370" v="130" actId="931"/>
          <ac:spMkLst>
            <pc:docMk/>
            <pc:sldMk cId="3170280394" sldId="290"/>
            <ac:spMk id="12" creationId="{CE3C1BFF-2275-1E7D-0604-E6F5CFEC01F6}"/>
          </ac:spMkLst>
        </pc:spChg>
        <pc:spChg chg="mod">
          <ac:chgData name="soorya d" userId="707841d357a76651" providerId="LiveId" clId="{63418CA2-8C5F-458C-A28D-84A3D5903F51}" dt="2024-01-31T07:54:41.858" v="321" actId="20577"/>
          <ac:spMkLst>
            <pc:docMk/>
            <pc:sldMk cId="3170280394" sldId="290"/>
            <ac:spMk id="13" creationId="{F618F075-837C-1005-19D6-8DC90759CD53}"/>
          </ac:spMkLst>
        </pc:spChg>
        <pc:spChg chg="mod">
          <ac:chgData name="soorya d" userId="707841d357a76651" providerId="LiveId" clId="{63418CA2-8C5F-458C-A28D-84A3D5903F51}" dt="2024-01-31T07:54:54.271" v="322" actId="114"/>
          <ac:spMkLst>
            <pc:docMk/>
            <pc:sldMk cId="3170280394" sldId="290"/>
            <ac:spMk id="14" creationId="{DD1D0BF9-FCAA-67DA-79AB-E6E7E6D2B6A1}"/>
          </ac:spMkLst>
        </pc:spChg>
        <pc:picChg chg="add mod">
          <ac:chgData name="soorya d" userId="707841d357a76651" providerId="LiveId" clId="{63418CA2-8C5F-458C-A28D-84A3D5903F51}" dt="2024-01-31T07:53:49.940" v="294" actId="14100"/>
          <ac:picMkLst>
            <pc:docMk/>
            <pc:sldMk cId="3170280394" sldId="290"/>
            <ac:picMk id="4" creationId="{A0E3C77D-C831-E931-BF93-CBD902F91F0D}"/>
          </ac:picMkLst>
        </pc:picChg>
      </pc:sldChg>
      <pc:sldChg chg="del">
        <pc:chgData name="soorya d" userId="707841d357a76651" providerId="LiveId" clId="{63418CA2-8C5F-458C-A28D-84A3D5903F51}" dt="2024-01-31T10:57:32.581" v="3888" actId="2696"/>
        <pc:sldMkLst>
          <pc:docMk/>
          <pc:sldMk cId="249904479" sldId="291"/>
        </pc:sldMkLst>
      </pc:sldChg>
      <pc:sldChg chg="modSp mod ord">
        <pc:chgData name="soorya d" userId="707841d357a76651" providerId="LiveId" clId="{63418CA2-8C5F-458C-A28D-84A3D5903F51}" dt="2024-02-01T05:42:25.280" v="6414" actId="122"/>
        <pc:sldMkLst>
          <pc:docMk/>
          <pc:sldMk cId="94818171" sldId="292"/>
        </pc:sldMkLst>
        <pc:spChg chg="mod">
          <ac:chgData name="soorya d" userId="707841d357a76651" providerId="LiveId" clId="{63418CA2-8C5F-458C-A28D-84A3D5903F51}" dt="2024-02-01T05:42:25.280" v="6414" actId="122"/>
          <ac:spMkLst>
            <pc:docMk/>
            <pc:sldMk cId="94818171" sldId="292"/>
            <ac:spMk id="2" creationId="{B83F7D2E-080D-DBDD-73C4-3C38A2B77908}"/>
          </ac:spMkLst>
        </pc:spChg>
        <pc:spChg chg="mod">
          <ac:chgData name="soorya d" userId="707841d357a76651" providerId="LiveId" clId="{63418CA2-8C5F-458C-A28D-84A3D5903F51}" dt="2024-01-31T13:22:57.238" v="5643" actId="14100"/>
          <ac:spMkLst>
            <pc:docMk/>
            <pc:sldMk cId="94818171" sldId="292"/>
            <ac:spMk id="3" creationId="{2BE8FDE3-DBA4-6A04-C75D-E56FE92EF368}"/>
          </ac:spMkLst>
        </pc:spChg>
        <pc:spChg chg="mod">
          <ac:chgData name="soorya d" userId="707841d357a76651" providerId="LiveId" clId="{63418CA2-8C5F-458C-A28D-84A3D5903F51}" dt="2024-01-31T13:33:11.623" v="5851" actId="20577"/>
          <ac:spMkLst>
            <pc:docMk/>
            <pc:sldMk cId="94818171" sldId="292"/>
            <ac:spMk id="4" creationId="{D5BA2433-990B-A170-369A-3DF4A9B33BFA}"/>
          </ac:spMkLst>
        </pc:spChg>
      </pc:sldChg>
      <pc:sldChg chg="modSp mod">
        <pc:chgData name="soorya d" userId="707841d357a76651" providerId="LiveId" clId="{63418CA2-8C5F-458C-A28D-84A3D5903F51}" dt="2024-01-31T13:07:06.502" v="5094" actId="20577"/>
        <pc:sldMkLst>
          <pc:docMk/>
          <pc:sldMk cId="1003962426" sldId="293"/>
        </pc:sldMkLst>
        <pc:spChg chg="mod">
          <ac:chgData name="soorya d" userId="707841d357a76651" providerId="LiveId" clId="{63418CA2-8C5F-458C-A28D-84A3D5903F51}" dt="2024-01-31T13:07:06.502" v="5094" actId="20577"/>
          <ac:spMkLst>
            <pc:docMk/>
            <pc:sldMk cId="1003962426" sldId="293"/>
            <ac:spMk id="3" creationId="{B787DFD8-D262-D485-B1F2-817C5A0928C5}"/>
          </ac:spMkLst>
        </pc:spChg>
      </pc:sldChg>
      <pc:sldChg chg="modSp new mod">
        <pc:chgData name="soorya d" userId="707841d357a76651" providerId="LiveId" clId="{63418CA2-8C5F-458C-A28D-84A3D5903F51}" dt="2024-01-31T10:52:39.914" v="3821" actId="20577"/>
        <pc:sldMkLst>
          <pc:docMk/>
          <pc:sldMk cId="2740669117" sldId="294"/>
        </pc:sldMkLst>
        <pc:spChg chg="mod">
          <ac:chgData name="soorya d" userId="707841d357a76651" providerId="LiveId" clId="{63418CA2-8C5F-458C-A28D-84A3D5903F51}" dt="2024-01-31T10:38:29.507" v="3393" actId="1076"/>
          <ac:spMkLst>
            <pc:docMk/>
            <pc:sldMk cId="2740669117" sldId="294"/>
            <ac:spMk id="2" creationId="{D2C28D12-02D2-1971-668D-0C0E465645D2}"/>
          </ac:spMkLst>
        </pc:spChg>
        <pc:spChg chg="mod">
          <ac:chgData name="soorya d" userId="707841d357a76651" providerId="LiveId" clId="{63418CA2-8C5F-458C-A28D-84A3D5903F51}" dt="2024-01-31T10:52:30.295" v="3820" actId="255"/>
          <ac:spMkLst>
            <pc:docMk/>
            <pc:sldMk cId="2740669117" sldId="294"/>
            <ac:spMk id="3" creationId="{2067A92A-3750-FA09-9823-5000D553323F}"/>
          </ac:spMkLst>
        </pc:spChg>
        <pc:spChg chg="mod">
          <ac:chgData name="soorya d" userId="707841d357a76651" providerId="LiveId" clId="{63418CA2-8C5F-458C-A28D-84A3D5903F51}" dt="2024-01-31T10:52:39.914" v="3821" actId="20577"/>
          <ac:spMkLst>
            <pc:docMk/>
            <pc:sldMk cId="2740669117" sldId="294"/>
            <ac:spMk id="4" creationId="{FE52D67B-5113-B1C7-BDC9-3577BC9B6512}"/>
          </ac:spMkLst>
        </pc:spChg>
      </pc:sldChg>
      <pc:sldChg chg="modSp new mod">
        <pc:chgData name="soorya d" userId="707841d357a76651" providerId="LiveId" clId="{63418CA2-8C5F-458C-A28D-84A3D5903F51}" dt="2024-02-01T08:41:37.790" v="6501" actId="20577"/>
        <pc:sldMkLst>
          <pc:docMk/>
          <pc:sldMk cId="547376229" sldId="295"/>
        </pc:sldMkLst>
        <pc:spChg chg="mod">
          <ac:chgData name="soorya d" userId="707841d357a76651" providerId="LiveId" clId="{63418CA2-8C5F-458C-A28D-84A3D5903F51}" dt="2024-01-31T10:54:54.705" v="3850" actId="20577"/>
          <ac:spMkLst>
            <pc:docMk/>
            <pc:sldMk cId="547376229" sldId="295"/>
            <ac:spMk id="2" creationId="{0AD12B7F-AA4A-8757-BC8A-80DCD4AB86DB}"/>
          </ac:spMkLst>
        </pc:spChg>
        <pc:spChg chg="mod">
          <ac:chgData name="soorya d" userId="707841d357a76651" providerId="LiveId" clId="{63418CA2-8C5F-458C-A28D-84A3D5903F51}" dt="2024-02-01T08:41:37.790" v="6501" actId="20577"/>
          <ac:spMkLst>
            <pc:docMk/>
            <pc:sldMk cId="547376229" sldId="295"/>
            <ac:spMk id="3" creationId="{9023DD00-CB4D-9264-AA03-D2BE16FB3D63}"/>
          </ac:spMkLst>
        </pc:spChg>
      </pc:sldChg>
      <pc:sldChg chg="addSp delSp modSp new mod modClrScheme chgLayout">
        <pc:chgData name="soorya d" userId="707841d357a76651" providerId="LiveId" clId="{63418CA2-8C5F-458C-A28D-84A3D5903F51}" dt="2024-02-01T08:57:11.104" v="7250" actId="20577"/>
        <pc:sldMkLst>
          <pc:docMk/>
          <pc:sldMk cId="3286467624" sldId="296"/>
        </pc:sldMkLst>
        <pc:spChg chg="del mod ord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2" creationId="{525306EF-7B62-BFF5-D6CB-51C99BB5A8AC}"/>
          </ac:spMkLst>
        </pc:spChg>
        <pc:spChg chg="add mod ord">
          <ac:chgData name="soorya d" userId="707841d357a76651" providerId="LiveId" clId="{63418CA2-8C5F-458C-A28D-84A3D5903F51}" dt="2024-02-01T08:57:11.104" v="7250" actId="20577"/>
          <ac:spMkLst>
            <pc:docMk/>
            <pc:sldMk cId="3286467624" sldId="296"/>
            <ac:spMk id="2" creationId="{DD91D299-3DA4-A192-D111-1A455329D29A}"/>
          </ac:spMkLst>
        </pc:spChg>
        <pc:spChg chg="mod ord">
          <ac:chgData name="soorya d" userId="707841d357a76651" providerId="LiveId" clId="{63418CA2-8C5F-458C-A28D-84A3D5903F51}" dt="2024-02-01T08:44:28.133" v="6515" actId="20577"/>
          <ac:spMkLst>
            <pc:docMk/>
            <pc:sldMk cId="3286467624" sldId="296"/>
            <ac:spMk id="3" creationId="{E22B8FCD-A8D9-DCFB-E8C2-4E6D6612292C}"/>
          </ac:spMkLst>
        </pc:spChg>
        <pc:spChg chg="mod ord">
          <ac:chgData name="soorya d" userId="707841d357a76651" providerId="LiveId" clId="{63418CA2-8C5F-458C-A28D-84A3D5903F51}" dt="2024-02-01T08:44:15.645" v="6512" actId="700"/>
          <ac:spMkLst>
            <pc:docMk/>
            <pc:sldMk cId="3286467624" sldId="296"/>
            <ac:spMk id="4" creationId="{30083046-49BF-FC43-6A8F-6036D1677F4B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5" creationId="{2B01A579-4C2A-13B5-D49A-53F47B181EF4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6" creationId="{CAE57050-2B12-C146-314A-C83D702660C6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7" creationId="{D586F38E-72DB-7F01-3D7C-9A33F4BEB3BB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8" creationId="{AE580652-EFC1-8AAF-BAD2-D0E25294DCC4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9" creationId="{B2EB832C-4736-141A-9C3F-5FCA1FCF6B2E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10" creationId="{BE825B69-109A-3C87-7F14-7BFA2BAC41AF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11" creationId="{1DFB7500-49D0-4CE6-FF14-DFBA2DBD2181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12" creationId="{0D1CF4C2-25CD-A348-1963-64ABCE490977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13" creationId="{CD177E28-43DE-3753-578A-049C0DA01490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14" creationId="{8137B99A-8BA1-375A-E45F-829E841B2617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15" creationId="{182571DD-7353-DC53-58AA-623709010D3D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16" creationId="{33D5C170-F48C-A64A-25C5-E0D9EB8025F4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17" creationId="{A0877014-AC45-DC99-910C-815A6798514A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18" creationId="{BB5CD56A-0627-BFEA-59DA-F285A41214F3}"/>
          </ac:spMkLst>
        </pc:spChg>
        <pc:spChg chg="del">
          <ac:chgData name="soorya d" userId="707841d357a76651" providerId="LiveId" clId="{63418CA2-8C5F-458C-A28D-84A3D5903F51}" dt="2024-01-31T10:55:32.999" v="3852" actId="700"/>
          <ac:spMkLst>
            <pc:docMk/>
            <pc:sldMk cId="3286467624" sldId="296"/>
            <ac:spMk id="19" creationId="{9B09C1D5-1944-E3B2-87DC-B9B08BE19F19}"/>
          </ac:spMkLst>
        </pc:spChg>
        <pc:spChg chg="add mod ord">
          <ac:chgData name="soorya d" userId="707841d357a76651" providerId="LiveId" clId="{63418CA2-8C5F-458C-A28D-84A3D5903F51}" dt="2024-02-01T08:44:24.407" v="6514" actId="1076"/>
          <ac:spMkLst>
            <pc:docMk/>
            <pc:sldMk cId="3286467624" sldId="296"/>
            <ac:spMk id="20" creationId="{A58959C0-E204-1C76-CF36-2374825608A0}"/>
          </ac:spMkLst>
        </pc:spChg>
      </pc:sldChg>
      <pc:sldChg chg="addSp delSp modSp new mod modClrScheme chgLayout">
        <pc:chgData name="soorya d" userId="707841d357a76651" providerId="LiveId" clId="{63418CA2-8C5F-458C-A28D-84A3D5903F51}" dt="2024-02-01T08:43:43.776" v="6510" actId="14100"/>
        <pc:sldMkLst>
          <pc:docMk/>
          <pc:sldMk cId="1166793498" sldId="297"/>
        </pc:sldMkLst>
        <pc:spChg chg="add del mod ord">
          <ac:chgData name="soorya d" userId="707841d357a76651" providerId="LiveId" clId="{63418CA2-8C5F-458C-A28D-84A3D5903F51}" dt="2024-02-01T08:43:38.395" v="6508" actId="931"/>
          <ac:spMkLst>
            <pc:docMk/>
            <pc:sldMk cId="1166793498" sldId="297"/>
            <ac:spMk id="2" creationId="{32D69A3E-8D9C-93A7-903C-342655565F39}"/>
          </ac:spMkLst>
        </pc:spChg>
        <pc:spChg chg="del mod ord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2" creationId="{DFBF6594-1A66-5018-4B08-36A3F6C88FAE}"/>
          </ac:spMkLst>
        </pc:spChg>
        <pc:spChg chg="mod ord">
          <ac:chgData name="soorya d" userId="707841d357a76651" providerId="LiveId" clId="{63418CA2-8C5F-458C-A28D-84A3D5903F51}" dt="2024-02-01T08:42:09.512" v="6504" actId="700"/>
          <ac:spMkLst>
            <pc:docMk/>
            <pc:sldMk cId="1166793498" sldId="297"/>
            <ac:spMk id="3" creationId="{BACE18EA-D2E0-9ADC-46EF-74C774DC2AC9}"/>
          </ac:spMkLst>
        </pc:spChg>
        <pc:spChg chg="mod ord">
          <ac:chgData name="soorya d" userId="707841d357a76651" providerId="LiveId" clId="{63418CA2-8C5F-458C-A28D-84A3D5903F51}" dt="2024-02-01T08:42:09.512" v="6504" actId="700"/>
          <ac:spMkLst>
            <pc:docMk/>
            <pc:sldMk cId="1166793498" sldId="297"/>
            <ac:spMk id="4" creationId="{7F18D09D-6650-827A-47A5-962EBE63DF4F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5" creationId="{69758CB5-36DB-1193-DA5D-DB8EDDD74884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6" creationId="{F57E7514-0F67-C4FF-E2A8-31B47E2E8621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7" creationId="{29FB0616-FA6C-D53B-F99A-F52902493AE0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8" creationId="{8EAC5EA2-5847-2AF1-9B5D-175DAD95F167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9" creationId="{8E6818FC-27DF-60D1-2EE6-A30F5A87BAEF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10" creationId="{E9608BBD-5F5D-73D8-E077-B432213C2AAF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11" creationId="{4E8BCAC3-0EE5-50B7-214F-6254E3A9EE0C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12" creationId="{5C0266BA-7FC8-52EC-9D0F-13E6DEE64816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13" creationId="{9880A74A-7E3E-78CC-5146-4D58E08C750F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14" creationId="{F76A80A4-7E5E-6E88-8E70-E0202E0AE8CD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15" creationId="{EDB95780-A291-8C56-D69C-A615CC6F95C9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16" creationId="{0761CA5A-C1E0-CF32-F7BC-9750494EA205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17" creationId="{72267B74-A93B-AF25-B376-3F5A0882F289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18" creationId="{463C051D-D57C-05D2-AA43-6D2186CA74F3}"/>
          </ac:spMkLst>
        </pc:spChg>
        <pc:spChg chg="del">
          <ac:chgData name="soorya d" userId="707841d357a76651" providerId="LiveId" clId="{63418CA2-8C5F-458C-A28D-84A3D5903F51}" dt="2024-01-31T10:56:11.583" v="3854" actId="700"/>
          <ac:spMkLst>
            <pc:docMk/>
            <pc:sldMk cId="1166793498" sldId="297"/>
            <ac:spMk id="19" creationId="{006A616E-4C60-713D-063D-0BA43C7540F1}"/>
          </ac:spMkLst>
        </pc:spChg>
        <pc:spChg chg="add mod ord">
          <ac:chgData name="soorya d" userId="707841d357a76651" providerId="LiveId" clId="{63418CA2-8C5F-458C-A28D-84A3D5903F51}" dt="2024-02-01T08:42:19.552" v="6506" actId="1076"/>
          <ac:spMkLst>
            <pc:docMk/>
            <pc:sldMk cId="1166793498" sldId="297"/>
            <ac:spMk id="20" creationId="{5CDB5C3D-D887-AA26-6ECF-CD57B18D017E}"/>
          </ac:spMkLst>
        </pc:spChg>
        <pc:picChg chg="add mod">
          <ac:chgData name="soorya d" userId="707841d357a76651" providerId="LiveId" clId="{63418CA2-8C5F-458C-A28D-84A3D5903F51}" dt="2024-02-01T08:43:43.776" v="6510" actId="14100"/>
          <ac:picMkLst>
            <pc:docMk/>
            <pc:sldMk cId="1166793498" sldId="297"/>
            <ac:picMk id="6" creationId="{EBB2941C-941A-CDA7-CFCE-BC6EF8274CA2}"/>
          </ac:picMkLst>
        </pc:picChg>
      </pc:sldChg>
      <pc:sldChg chg="addSp delSp modSp new mod modClrScheme chgLayout">
        <pc:chgData name="soorya d" userId="707841d357a76651" providerId="LiveId" clId="{63418CA2-8C5F-458C-A28D-84A3D5903F51}" dt="2024-02-01T08:56:46.643" v="7188" actId="255"/>
        <pc:sldMkLst>
          <pc:docMk/>
          <pc:sldMk cId="1910413956" sldId="298"/>
        </pc:sldMkLst>
        <pc:spChg chg="del mod ord">
          <ac:chgData name="soorya d" userId="707841d357a76651" providerId="LiveId" clId="{63418CA2-8C5F-458C-A28D-84A3D5903F51}" dt="2024-01-31T10:56:53.084" v="3873" actId="700"/>
          <ac:spMkLst>
            <pc:docMk/>
            <pc:sldMk cId="1910413956" sldId="298"/>
            <ac:spMk id="2" creationId="{D2F05B91-71AA-3929-BC28-D05B8923CC34}"/>
          </ac:spMkLst>
        </pc:spChg>
        <pc:spChg chg="mod ord">
          <ac:chgData name="soorya d" userId="707841d357a76651" providerId="LiveId" clId="{63418CA2-8C5F-458C-A28D-84A3D5903F51}" dt="2024-02-01T08:53:42.323" v="6912" actId="20577"/>
          <ac:spMkLst>
            <pc:docMk/>
            <pc:sldMk cId="1910413956" sldId="298"/>
            <ac:spMk id="3" creationId="{41D9A897-D915-BD77-EA70-826AD63091BE}"/>
          </ac:spMkLst>
        </pc:spChg>
        <pc:spChg chg="mod ord">
          <ac:chgData name="soorya d" userId="707841d357a76651" providerId="LiveId" clId="{63418CA2-8C5F-458C-A28D-84A3D5903F51}" dt="2024-01-31T10:56:53.084" v="3873" actId="700"/>
          <ac:spMkLst>
            <pc:docMk/>
            <pc:sldMk cId="1910413956" sldId="298"/>
            <ac:spMk id="4" creationId="{3A4DEF2A-AE63-FA15-18B3-AE1000AE1944}"/>
          </ac:spMkLst>
        </pc:spChg>
        <pc:spChg chg="add mod ord">
          <ac:chgData name="soorya d" userId="707841d357a76651" providerId="LiveId" clId="{63418CA2-8C5F-458C-A28D-84A3D5903F51}" dt="2024-02-01T08:53:37.768" v="6911" actId="1076"/>
          <ac:spMkLst>
            <pc:docMk/>
            <pc:sldMk cId="1910413956" sldId="298"/>
            <ac:spMk id="5" creationId="{C003DBF5-DD70-3A1F-8DB4-7F13C8BD8A13}"/>
          </ac:spMkLst>
        </pc:spChg>
        <pc:spChg chg="add mod ord">
          <ac:chgData name="soorya d" userId="707841d357a76651" providerId="LiveId" clId="{63418CA2-8C5F-458C-A28D-84A3D5903F51}" dt="2024-02-01T08:56:46.643" v="7188" actId="255"/>
          <ac:spMkLst>
            <pc:docMk/>
            <pc:sldMk cId="1910413956" sldId="298"/>
            <ac:spMk id="6" creationId="{2AA9555C-06FB-5433-879E-64176179735D}"/>
          </ac:spMkLst>
        </pc:spChg>
      </pc:sldChg>
      <pc:sldChg chg="modSp add mod">
        <pc:chgData name="soorya d" userId="707841d357a76651" providerId="LiveId" clId="{63418CA2-8C5F-458C-A28D-84A3D5903F51}" dt="2024-01-31T11:12:58.207" v="4051" actId="1076"/>
        <pc:sldMkLst>
          <pc:docMk/>
          <pc:sldMk cId="754868585" sldId="299"/>
        </pc:sldMkLst>
        <pc:spChg chg="mod">
          <ac:chgData name="soorya d" userId="707841d357a76651" providerId="LiveId" clId="{63418CA2-8C5F-458C-A28D-84A3D5903F51}" dt="2024-01-31T11:06:11.797" v="3986" actId="20577"/>
          <ac:spMkLst>
            <pc:docMk/>
            <pc:sldMk cId="754868585" sldId="299"/>
            <ac:spMk id="2" creationId="{0AD12B7F-AA4A-8757-BC8A-80DCD4AB86DB}"/>
          </ac:spMkLst>
        </pc:spChg>
        <pc:spChg chg="mod">
          <ac:chgData name="soorya d" userId="707841d357a76651" providerId="LiveId" clId="{63418CA2-8C5F-458C-A28D-84A3D5903F51}" dt="2024-01-31T11:12:58.207" v="4051" actId="1076"/>
          <ac:spMkLst>
            <pc:docMk/>
            <pc:sldMk cId="754868585" sldId="299"/>
            <ac:spMk id="3" creationId="{9023DD00-CB4D-9264-AA03-D2BE16FB3D63}"/>
          </ac:spMkLst>
        </pc:spChg>
      </pc:sldChg>
      <pc:sldChg chg="addSp delSp modSp add mod replId modClrScheme chgLayout">
        <pc:chgData name="soorya d" userId="707841d357a76651" providerId="LiveId" clId="{63418CA2-8C5F-458C-A28D-84A3D5903F51}" dt="2024-01-31T13:31:14.675" v="5833" actId="20577"/>
        <pc:sldMkLst>
          <pc:docMk/>
          <pc:sldMk cId="1305643631" sldId="300"/>
        </pc:sldMkLst>
        <pc:spChg chg="add del mod ord">
          <ac:chgData name="soorya d" userId="707841d357a76651" providerId="LiveId" clId="{63418CA2-8C5F-458C-A28D-84A3D5903F51}" dt="2024-01-31T11:14:08.982" v="4059" actId="931"/>
          <ac:spMkLst>
            <pc:docMk/>
            <pc:sldMk cId="1305643631" sldId="300"/>
            <ac:spMk id="2" creationId="{1BD91DA1-D953-7BB7-DEC7-C2B64991E868}"/>
          </ac:spMkLst>
        </pc:spChg>
        <pc:spChg chg="mod ord">
          <ac:chgData name="soorya d" userId="707841d357a76651" providerId="LiveId" clId="{63418CA2-8C5F-458C-A28D-84A3D5903F51}" dt="2024-01-31T13:31:14.675" v="5833" actId="20577"/>
          <ac:spMkLst>
            <pc:docMk/>
            <pc:sldMk cId="1305643631" sldId="300"/>
            <ac:spMk id="3" creationId="{BACE18EA-D2E0-9ADC-46EF-74C774DC2AC9}"/>
          </ac:spMkLst>
        </pc:spChg>
        <pc:spChg chg="mod ord">
          <ac:chgData name="soorya d" userId="707841d357a76651" providerId="LiveId" clId="{63418CA2-8C5F-458C-A28D-84A3D5903F51}" dt="2024-01-31T11:13:37.177" v="4055" actId="700"/>
          <ac:spMkLst>
            <pc:docMk/>
            <pc:sldMk cId="1305643631" sldId="300"/>
            <ac:spMk id="4" creationId="{7F18D09D-6650-827A-47A5-962EBE63DF4F}"/>
          </ac:spMkLst>
        </pc:spChg>
        <pc:spChg chg="mod ord">
          <ac:chgData name="soorya d" userId="707841d357a76651" providerId="LiveId" clId="{63418CA2-8C5F-458C-A28D-84A3D5903F51}" dt="2024-01-31T11:14:18.344" v="4060" actId="1076"/>
          <ac:spMkLst>
            <pc:docMk/>
            <pc:sldMk cId="1305643631" sldId="300"/>
            <ac:spMk id="20" creationId="{5CDB5C3D-D887-AA26-6ECF-CD57B18D017E}"/>
          </ac:spMkLst>
        </pc:spChg>
        <pc:picChg chg="add mod">
          <ac:chgData name="soorya d" userId="707841d357a76651" providerId="LiveId" clId="{63418CA2-8C5F-458C-A28D-84A3D5903F51}" dt="2024-01-31T11:14:24.586" v="4061" actId="14100"/>
          <ac:picMkLst>
            <pc:docMk/>
            <pc:sldMk cId="1305643631" sldId="300"/>
            <ac:picMk id="6" creationId="{7D6AA9AC-8528-3276-B37F-0250388A2CF3}"/>
          </ac:picMkLst>
        </pc:picChg>
      </pc:sldChg>
      <pc:sldChg chg="addSp delSp modSp add mod replId modClrScheme chgLayout">
        <pc:chgData name="soorya d" userId="707841d357a76651" providerId="LiveId" clId="{63418CA2-8C5F-458C-A28D-84A3D5903F51}" dt="2024-01-31T13:31:30.099" v="5834" actId="20577"/>
        <pc:sldMkLst>
          <pc:docMk/>
          <pc:sldMk cId="2530860801" sldId="301"/>
        </pc:sldMkLst>
        <pc:spChg chg="add del mod ord">
          <ac:chgData name="soorya d" userId="707841d357a76651" providerId="LiveId" clId="{63418CA2-8C5F-458C-A28D-84A3D5903F51}" dt="2024-01-31T11:15:52.803" v="4067" actId="700"/>
          <ac:spMkLst>
            <pc:docMk/>
            <pc:sldMk cId="2530860801" sldId="301"/>
            <ac:spMk id="2" creationId="{62BD0B07-A33D-ED9A-8AD3-96ED12CF0BFB}"/>
          </ac:spMkLst>
        </pc:spChg>
        <pc:spChg chg="mod ord">
          <ac:chgData name="soorya d" userId="707841d357a76651" providerId="LiveId" clId="{63418CA2-8C5F-458C-A28D-84A3D5903F51}" dt="2024-01-31T13:31:30.099" v="5834" actId="20577"/>
          <ac:spMkLst>
            <pc:docMk/>
            <pc:sldMk cId="2530860801" sldId="301"/>
            <ac:spMk id="3" creationId="{E22B8FCD-A8D9-DCFB-E8C2-4E6D6612292C}"/>
          </ac:spMkLst>
        </pc:spChg>
        <pc:spChg chg="mod ord">
          <ac:chgData name="soorya d" userId="707841d357a76651" providerId="LiveId" clId="{63418CA2-8C5F-458C-A28D-84A3D5903F51}" dt="2024-01-31T11:32:46.427" v="4068" actId="700"/>
          <ac:spMkLst>
            <pc:docMk/>
            <pc:sldMk cId="2530860801" sldId="301"/>
            <ac:spMk id="4" creationId="{30083046-49BF-FC43-6A8F-6036D1677F4B}"/>
          </ac:spMkLst>
        </pc:spChg>
        <pc:spChg chg="add mod ord">
          <ac:chgData name="soorya d" userId="707841d357a76651" providerId="LiveId" clId="{63418CA2-8C5F-458C-A28D-84A3D5903F51}" dt="2024-01-31T11:33:26.053" v="4087" actId="14100"/>
          <ac:spMkLst>
            <pc:docMk/>
            <pc:sldMk cId="2530860801" sldId="301"/>
            <ac:spMk id="5" creationId="{D4F8D589-D573-A95B-4781-93C5DC433313}"/>
          </ac:spMkLst>
        </pc:spChg>
        <pc:spChg chg="add del mod ord">
          <ac:chgData name="soorya d" userId="707841d357a76651" providerId="LiveId" clId="{63418CA2-8C5F-458C-A28D-84A3D5903F51}" dt="2024-01-31T11:33:39.169" v="4089" actId="931"/>
          <ac:spMkLst>
            <pc:docMk/>
            <pc:sldMk cId="2530860801" sldId="301"/>
            <ac:spMk id="6" creationId="{71EFB9AD-98D9-1512-13A8-1F8E1567948C}"/>
          </ac:spMkLst>
        </pc:spChg>
        <pc:spChg chg="del mod ord">
          <ac:chgData name="soorya d" userId="707841d357a76651" providerId="LiveId" clId="{63418CA2-8C5F-458C-A28D-84A3D5903F51}" dt="2024-01-31T11:15:52.803" v="4067" actId="700"/>
          <ac:spMkLst>
            <pc:docMk/>
            <pc:sldMk cId="2530860801" sldId="301"/>
            <ac:spMk id="20" creationId="{A58959C0-E204-1C76-CF36-2374825608A0}"/>
          </ac:spMkLst>
        </pc:spChg>
        <pc:picChg chg="add mod">
          <ac:chgData name="soorya d" userId="707841d357a76651" providerId="LiveId" clId="{63418CA2-8C5F-458C-A28D-84A3D5903F51}" dt="2024-01-31T11:33:50.032" v="4092" actId="14100"/>
          <ac:picMkLst>
            <pc:docMk/>
            <pc:sldMk cId="2530860801" sldId="301"/>
            <ac:picMk id="8" creationId="{E04889A9-7481-AAE7-D666-CAF71CD51815}"/>
          </ac:picMkLst>
        </pc:picChg>
      </pc:sldChg>
      <pc:sldChg chg="addSp delSp modSp add mod replId chgLayout">
        <pc:chgData name="soorya d" userId="707841d357a76651" providerId="LiveId" clId="{63418CA2-8C5F-458C-A28D-84A3D5903F51}" dt="2024-01-31T13:31:47.974" v="5841" actId="20577"/>
        <pc:sldMkLst>
          <pc:docMk/>
          <pc:sldMk cId="2231790425" sldId="302"/>
        </pc:sldMkLst>
        <pc:spChg chg="add mod ord">
          <ac:chgData name="soorya d" userId="707841d357a76651" providerId="LiveId" clId="{63418CA2-8C5F-458C-A28D-84A3D5903F51}" dt="2024-01-31T11:59:05.265" v="4245" actId="2711"/>
          <ac:spMkLst>
            <pc:docMk/>
            <pc:sldMk cId="2231790425" sldId="302"/>
            <ac:spMk id="2" creationId="{BD6BC137-0433-EB29-2CD2-D9AD8EDEB464}"/>
          </ac:spMkLst>
        </pc:spChg>
        <pc:spChg chg="mod ord">
          <ac:chgData name="soorya d" userId="707841d357a76651" providerId="LiveId" clId="{63418CA2-8C5F-458C-A28D-84A3D5903F51}" dt="2024-01-31T13:31:47.974" v="5841" actId="20577"/>
          <ac:spMkLst>
            <pc:docMk/>
            <pc:sldMk cId="2231790425" sldId="302"/>
            <ac:spMk id="3" creationId="{41D9A897-D915-BD77-EA70-826AD63091BE}"/>
          </ac:spMkLst>
        </pc:spChg>
        <pc:spChg chg="mod ord">
          <ac:chgData name="soorya d" userId="707841d357a76651" providerId="LiveId" clId="{63418CA2-8C5F-458C-A28D-84A3D5903F51}" dt="2024-01-31T11:14:51.232" v="4062" actId="700"/>
          <ac:spMkLst>
            <pc:docMk/>
            <pc:sldMk cId="2231790425" sldId="302"/>
            <ac:spMk id="4" creationId="{3A4DEF2A-AE63-FA15-18B3-AE1000AE1944}"/>
          </ac:spMkLst>
        </pc:spChg>
        <pc:spChg chg="mod ord">
          <ac:chgData name="soorya d" userId="707841d357a76651" providerId="LiveId" clId="{63418CA2-8C5F-458C-A28D-84A3D5903F51}" dt="2024-01-31T11:53:29.497" v="4172" actId="14100"/>
          <ac:spMkLst>
            <pc:docMk/>
            <pc:sldMk cId="2231790425" sldId="302"/>
            <ac:spMk id="5" creationId="{C003DBF5-DD70-3A1F-8DB4-7F13C8BD8A13}"/>
          </ac:spMkLst>
        </pc:spChg>
        <pc:spChg chg="del">
          <ac:chgData name="soorya d" userId="707841d357a76651" providerId="LiveId" clId="{63418CA2-8C5F-458C-A28D-84A3D5903F51}" dt="2024-01-31T11:14:51.232" v="4062" actId="700"/>
          <ac:spMkLst>
            <pc:docMk/>
            <pc:sldMk cId="2231790425" sldId="302"/>
            <ac:spMk id="6" creationId="{2AA9555C-06FB-5433-879E-64176179735D}"/>
          </ac:spMkLst>
        </pc:spChg>
        <pc:graphicFrameChg chg="add mod modGraphic">
          <ac:chgData name="soorya d" userId="707841d357a76651" providerId="LiveId" clId="{63418CA2-8C5F-458C-A28D-84A3D5903F51}" dt="2024-01-31T11:54:51.829" v="4186" actId="1076"/>
          <ac:graphicFrameMkLst>
            <pc:docMk/>
            <pc:sldMk cId="2231790425" sldId="302"/>
            <ac:graphicFrameMk id="7" creationId="{ACAC828D-1552-9C3B-D481-798D3C47658D}"/>
          </ac:graphicFrameMkLst>
        </pc:graphicFrameChg>
      </pc:sldChg>
      <pc:sldChg chg="modSp add mod">
        <pc:chgData name="soorya d" userId="707841d357a76651" providerId="LiveId" clId="{63418CA2-8C5F-458C-A28D-84A3D5903F51}" dt="2024-01-31T12:18:04.199" v="4334" actId="20577"/>
        <pc:sldMkLst>
          <pc:docMk/>
          <pc:sldMk cId="1945241050" sldId="303"/>
        </pc:sldMkLst>
        <pc:spChg chg="mod">
          <ac:chgData name="soorya d" userId="707841d357a76651" providerId="LiveId" clId="{63418CA2-8C5F-458C-A28D-84A3D5903F51}" dt="2024-01-31T12:15:15.402" v="4251" actId="20577"/>
          <ac:spMkLst>
            <pc:docMk/>
            <pc:sldMk cId="1945241050" sldId="303"/>
            <ac:spMk id="2" creationId="{0AD12B7F-AA4A-8757-BC8A-80DCD4AB86DB}"/>
          </ac:spMkLst>
        </pc:spChg>
        <pc:spChg chg="mod">
          <ac:chgData name="soorya d" userId="707841d357a76651" providerId="LiveId" clId="{63418CA2-8C5F-458C-A28D-84A3D5903F51}" dt="2024-01-31T12:18:04.199" v="4334" actId="20577"/>
          <ac:spMkLst>
            <pc:docMk/>
            <pc:sldMk cId="1945241050" sldId="303"/>
            <ac:spMk id="3" creationId="{9023DD00-CB4D-9264-AA03-D2BE16FB3D63}"/>
          </ac:spMkLst>
        </pc:spChg>
      </pc:sldChg>
      <pc:sldChg chg="new del">
        <pc:chgData name="soorya d" userId="707841d357a76651" providerId="LiveId" clId="{63418CA2-8C5F-458C-A28D-84A3D5903F51}" dt="2024-01-31T12:00:21.284" v="4247" actId="2696"/>
        <pc:sldMkLst>
          <pc:docMk/>
          <pc:sldMk cId="3346951096" sldId="303"/>
        </pc:sldMkLst>
      </pc:sldChg>
      <pc:sldChg chg="addSp delSp modSp add mod replId">
        <pc:chgData name="soorya d" userId="707841d357a76651" providerId="LiveId" clId="{63418CA2-8C5F-458C-A28D-84A3D5903F51}" dt="2024-01-31T13:32:00.213" v="5842" actId="20577"/>
        <pc:sldMkLst>
          <pc:docMk/>
          <pc:sldMk cId="2143825541" sldId="304"/>
        </pc:sldMkLst>
        <pc:spChg chg="mod">
          <ac:chgData name="soorya d" userId="707841d357a76651" providerId="LiveId" clId="{63418CA2-8C5F-458C-A28D-84A3D5903F51}" dt="2024-01-31T13:32:00.213" v="5842" actId="20577"/>
          <ac:spMkLst>
            <pc:docMk/>
            <pc:sldMk cId="2143825541" sldId="304"/>
            <ac:spMk id="3" creationId="{BACE18EA-D2E0-9ADC-46EF-74C774DC2AC9}"/>
          </ac:spMkLst>
        </pc:spChg>
        <pc:spChg chg="add del mod">
          <ac:chgData name="soorya d" userId="707841d357a76651" providerId="LiveId" clId="{63418CA2-8C5F-458C-A28D-84A3D5903F51}" dt="2024-01-31T12:22:26.104" v="4337" actId="931"/>
          <ac:spMkLst>
            <pc:docMk/>
            <pc:sldMk cId="2143825541" sldId="304"/>
            <ac:spMk id="5" creationId="{4BD4EC34-F7FA-C0D9-CE69-2BA4D584BF85}"/>
          </ac:spMkLst>
        </pc:spChg>
        <pc:spChg chg="add del mod">
          <ac:chgData name="soorya d" userId="707841d357a76651" providerId="LiveId" clId="{63418CA2-8C5F-458C-A28D-84A3D5903F51}" dt="2024-01-31T12:22:40.453" v="4339" actId="931"/>
          <ac:spMkLst>
            <pc:docMk/>
            <pc:sldMk cId="2143825541" sldId="304"/>
            <ac:spMk id="10" creationId="{A47AB3EB-524B-E459-A628-8D57FF778FF0}"/>
          </ac:spMkLst>
        </pc:spChg>
        <pc:picChg chg="del mod">
          <ac:chgData name="soorya d" userId="707841d357a76651" providerId="LiveId" clId="{63418CA2-8C5F-458C-A28D-84A3D5903F51}" dt="2024-01-31T12:22:13.460" v="4336" actId="478"/>
          <ac:picMkLst>
            <pc:docMk/>
            <pc:sldMk cId="2143825541" sldId="304"/>
            <ac:picMk id="6" creationId="{7D6AA9AC-8528-3276-B37F-0250388A2CF3}"/>
          </ac:picMkLst>
        </pc:picChg>
        <pc:picChg chg="add del mod">
          <ac:chgData name="soorya d" userId="707841d357a76651" providerId="LiveId" clId="{63418CA2-8C5F-458C-A28D-84A3D5903F51}" dt="2024-01-31T12:22:29.782" v="4338" actId="478"/>
          <ac:picMkLst>
            <pc:docMk/>
            <pc:sldMk cId="2143825541" sldId="304"/>
            <ac:picMk id="8" creationId="{D845E028-104A-546F-1724-F840995AEAC2}"/>
          </ac:picMkLst>
        </pc:picChg>
        <pc:picChg chg="add mod">
          <ac:chgData name="soorya d" userId="707841d357a76651" providerId="LiveId" clId="{63418CA2-8C5F-458C-A28D-84A3D5903F51}" dt="2024-01-31T12:22:57.968" v="4341" actId="14100"/>
          <ac:picMkLst>
            <pc:docMk/>
            <pc:sldMk cId="2143825541" sldId="304"/>
            <ac:picMk id="12" creationId="{53FB99B8-EB6A-7FB4-0391-BA2CA1E5A6B8}"/>
          </ac:picMkLst>
        </pc:picChg>
      </pc:sldChg>
      <pc:sldChg chg="addSp delSp modSp add mod replId">
        <pc:chgData name="soorya d" userId="707841d357a76651" providerId="LiveId" clId="{63418CA2-8C5F-458C-A28D-84A3D5903F51}" dt="2024-01-31T13:32:06.361" v="5843" actId="20577"/>
        <pc:sldMkLst>
          <pc:docMk/>
          <pc:sldMk cId="2239191343" sldId="305"/>
        </pc:sldMkLst>
        <pc:spChg chg="mod">
          <ac:chgData name="soorya d" userId="707841d357a76651" providerId="LiveId" clId="{63418CA2-8C5F-458C-A28D-84A3D5903F51}" dt="2024-01-31T13:32:06.361" v="5843" actId="20577"/>
          <ac:spMkLst>
            <pc:docMk/>
            <pc:sldMk cId="2239191343" sldId="305"/>
            <ac:spMk id="3" creationId="{E22B8FCD-A8D9-DCFB-E8C2-4E6D6612292C}"/>
          </ac:spMkLst>
        </pc:spChg>
        <pc:spChg chg="add del mod">
          <ac:chgData name="soorya d" userId="707841d357a76651" providerId="LiveId" clId="{63418CA2-8C5F-458C-A28D-84A3D5903F51}" dt="2024-01-31T12:23:14.782" v="4343" actId="931"/>
          <ac:spMkLst>
            <pc:docMk/>
            <pc:sldMk cId="2239191343" sldId="305"/>
            <ac:spMk id="6" creationId="{2B0026BC-CAE8-EF70-C489-2D8F7AB06702}"/>
          </ac:spMkLst>
        </pc:spChg>
        <pc:picChg chg="del">
          <ac:chgData name="soorya d" userId="707841d357a76651" providerId="LiveId" clId="{63418CA2-8C5F-458C-A28D-84A3D5903F51}" dt="2024-01-31T12:23:08.216" v="4342" actId="478"/>
          <ac:picMkLst>
            <pc:docMk/>
            <pc:sldMk cId="2239191343" sldId="305"/>
            <ac:picMk id="8" creationId="{E04889A9-7481-AAE7-D666-CAF71CD51815}"/>
          </ac:picMkLst>
        </pc:picChg>
        <pc:picChg chg="add mod">
          <ac:chgData name="soorya d" userId="707841d357a76651" providerId="LiveId" clId="{63418CA2-8C5F-458C-A28D-84A3D5903F51}" dt="2024-01-31T12:23:24.859" v="4346" actId="14100"/>
          <ac:picMkLst>
            <pc:docMk/>
            <pc:sldMk cId="2239191343" sldId="305"/>
            <ac:picMk id="9" creationId="{AF53E5BA-3DF4-64D2-6A59-5B87313B22A7}"/>
          </ac:picMkLst>
        </pc:picChg>
      </pc:sldChg>
      <pc:sldChg chg="delSp modSp add mod replId">
        <pc:chgData name="soorya d" userId="707841d357a76651" providerId="LiveId" clId="{63418CA2-8C5F-458C-A28D-84A3D5903F51}" dt="2024-01-31T13:32:15.672" v="5845" actId="20577"/>
        <pc:sldMkLst>
          <pc:docMk/>
          <pc:sldMk cId="3714186156" sldId="306"/>
        </pc:sldMkLst>
        <pc:spChg chg="mod">
          <ac:chgData name="soorya d" userId="707841d357a76651" providerId="LiveId" clId="{63418CA2-8C5F-458C-A28D-84A3D5903F51}" dt="2024-01-31T12:34:28.974" v="4437" actId="20577"/>
          <ac:spMkLst>
            <pc:docMk/>
            <pc:sldMk cId="3714186156" sldId="306"/>
            <ac:spMk id="2" creationId="{BD6BC137-0433-EB29-2CD2-D9AD8EDEB464}"/>
          </ac:spMkLst>
        </pc:spChg>
        <pc:spChg chg="mod">
          <ac:chgData name="soorya d" userId="707841d357a76651" providerId="LiveId" clId="{63418CA2-8C5F-458C-A28D-84A3D5903F51}" dt="2024-01-31T13:32:15.672" v="5845" actId="20577"/>
          <ac:spMkLst>
            <pc:docMk/>
            <pc:sldMk cId="3714186156" sldId="306"/>
            <ac:spMk id="3" creationId="{41D9A897-D915-BD77-EA70-826AD63091BE}"/>
          </ac:spMkLst>
        </pc:spChg>
        <pc:graphicFrameChg chg="del">
          <ac:chgData name="soorya d" userId="707841d357a76651" providerId="LiveId" clId="{63418CA2-8C5F-458C-A28D-84A3D5903F51}" dt="2024-01-31T12:23:48.943" v="4349" actId="478"/>
          <ac:graphicFrameMkLst>
            <pc:docMk/>
            <pc:sldMk cId="3714186156" sldId="306"/>
            <ac:graphicFrameMk id="7" creationId="{ACAC828D-1552-9C3B-D481-798D3C47658D}"/>
          </ac:graphicFrameMkLst>
        </pc:graphicFrameChg>
      </pc:sldChg>
      <pc:sldChg chg="modSp add mod">
        <pc:chgData name="soorya d" userId="707841d357a76651" providerId="LiveId" clId="{63418CA2-8C5F-458C-A28D-84A3D5903F51}" dt="2024-01-31T12:38:38.363" v="4546" actId="20577"/>
        <pc:sldMkLst>
          <pc:docMk/>
          <pc:sldMk cId="418144401" sldId="307"/>
        </pc:sldMkLst>
        <pc:spChg chg="mod">
          <ac:chgData name="soorya d" userId="707841d357a76651" providerId="LiveId" clId="{63418CA2-8C5F-458C-A28D-84A3D5903F51}" dt="2024-01-31T12:35:16.178" v="4440" actId="20577"/>
          <ac:spMkLst>
            <pc:docMk/>
            <pc:sldMk cId="418144401" sldId="307"/>
            <ac:spMk id="2" creationId="{0AD12B7F-AA4A-8757-BC8A-80DCD4AB86DB}"/>
          </ac:spMkLst>
        </pc:spChg>
        <pc:spChg chg="mod">
          <ac:chgData name="soorya d" userId="707841d357a76651" providerId="LiveId" clId="{63418CA2-8C5F-458C-A28D-84A3D5903F51}" dt="2024-01-31T12:38:38.363" v="4546" actId="20577"/>
          <ac:spMkLst>
            <pc:docMk/>
            <pc:sldMk cId="418144401" sldId="307"/>
            <ac:spMk id="3" creationId="{9023DD00-CB4D-9264-AA03-D2BE16FB3D63}"/>
          </ac:spMkLst>
        </pc:spChg>
      </pc:sldChg>
      <pc:sldChg chg="addSp delSp modSp add mod replId">
        <pc:chgData name="soorya d" userId="707841d357a76651" providerId="LiveId" clId="{63418CA2-8C5F-458C-A28D-84A3D5903F51}" dt="2024-01-31T13:32:23.639" v="5846" actId="20577"/>
        <pc:sldMkLst>
          <pc:docMk/>
          <pc:sldMk cId="2249832425" sldId="308"/>
        </pc:sldMkLst>
        <pc:spChg chg="mod">
          <ac:chgData name="soorya d" userId="707841d357a76651" providerId="LiveId" clId="{63418CA2-8C5F-458C-A28D-84A3D5903F51}" dt="2024-01-31T13:32:23.639" v="5846" actId="20577"/>
          <ac:spMkLst>
            <pc:docMk/>
            <pc:sldMk cId="2249832425" sldId="308"/>
            <ac:spMk id="3" creationId="{BACE18EA-D2E0-9ADC-46EF-74C774DC2AC9}"/>
          </ac:spMkLst>
        </pc:spChg>
        <pc:spChg chg="add del mod">
          <ac:chgData name="soorya d" userId="707841d357a76651" providerId="LiveId" clId="{63418CA2-8C5F-458C-A28D-84A3D5903F51}" dt="2024-01-31T12:39:50.211" v="4548" actId="931"/>
          <ac:spMkLst>
            <pc:docMk/>
            <pc:sldMk cId="2249832425" sldId="308"/>
            <ac:spMk id="5" creationId="{D8E5FA29-9551-FAEC-7CC4-223FFAC1D249}"/>
          </ac:spMkLst>
        </pc:spChg>
        <pc:spChg chg="add del mod">
          <ac:chgData name="soorya d" userId="707841d357a76651" providerId="LiveId" clId="{63418CA2-8C5F-458C-A28D-84A3D5903F51}" dt="2024-01-31T12:42:22.631" v="4551" actId="931"/>
          <ac:spMkLst>
            <pc:docMk/>
            <pc:sldMk cId="2249832425" sldId="308"/>
            <ac:spMk id="9" creationId="{0144518E-7E3D-214B-BEF0-AAB68243DBE9}"/>
          </ac:spMkLst>
        </pc:spChg>
        <pc:picChg chg="add del mod">
          <ac:chgData name="soorya d" userId="707841d357a76651" providerId="LiveId" clId="{63418CA2-8C5F-458C-A28D-84A3D5903F51}" dt="2024-01-31T12:40:05.694" v="4550" actId="478"/>
          <ac:picMkLst>
            <pc:docMk/>
            <pc:sldMk cId="2249832425" sldId="308"/>
            <ac:picMk id="7" creationId="{D16C2847-3F92-567F-F2EA-2DAAA331C3B8}"/>
          </ac:picMkLst>
        </pc:picChg>
        <pc:picChg chg="add mod">
          <ac:chgData name="soorya d" userId="707841d357a76651" providerId="LiveId" clId="{63418CA2-8C5F-458C-A28D-84A3D5903F51}" dt="2024-01-31T12:42:37.922" v="4555" actId="14100"/>
          <ac:picMkLst>
            <pc:docMk/>
            <pc:sldMk cId="2249832425" sldId="308"/>
            <ac:picMk id="11" creationId="{6FD7D882-54D5-C251-099D-0BD2A4978D8B}"/>
          </ac:picMkLst>
        </pc:picChg>
        <pc:picChg chg="del">
          <ac:chgData name="soorya d" userId="707841d357a76651" providerId="LiveId" clId="{63418CA2-8C5F-458C-A28D-84A3D5903F51}" dt="2024-01-31T12:39:07.272" v="4547" actId="478"/>
          <ac:picMkLst>
            <pc:docMk/>
            <pc:sldMk cId="2249832425" sldId="308"/>
            <ac:picMk id="12" creationId="{53FB99B8-EB6A-7FB4-0391-BA2CA1E5A6B8}"/>
          </ac:picMkLst>
        </pc:picChg>
      </pc:sldChg>
      <pc:sldChg chg="addSp delSp modSp add mod replId">
        <pc:chgData name="soorya d" userId="707841d357a76651" providerId="LiveId" clId="{63418CA2-8C5F-458C-A28D-84A3D5903F51}" dt="2024-01-31T13:32:29.808" v="5847" actId="20577"/>
        <pc:sldMkLst>
          <pc:docMk/>
          <pc:sldMk cId="3145882046" sldId="309"/>
        </pc:sldMkLst>
        <pc:spChg chg="mod">
          <ac:chgData name="soorya d" userId="707841d357a76651" providerId="LiveId" clId="{63418CA2-8C5F-458C-A28D-84A3D5903F51}" dt="2024-01-31T13:32:29.808" v="5847" actId="20577"/>
          <ac:spMkLst>
            <pc:docMk/>
            <pc:sldMk cId="3145882046" sldId="309"/>
            <ac:spMk id="3" creationId="{E22B8FCD-A8D9-DCFB-E8C2-4E6D6612292C}"/>
          </ac:spMkLst>
        </pc:spChg>
        <pc:spChg chg="mod">
          <ac:chgData name="soorya d" userId="707841d357a76651" providerId="LiveId" clId="{63418CA2-8C5F-458C-A28D-84A3D5903F51}" dt="2024-01-31T12:48:24.026" v="4649" actId="1076"/>
          <ac:spMkLst>
            <pc:docMk/>
            <pc:sldMk cId="3145882046" sldId="309"/>
            <ac:spMk id="5" creationId="{D4F8D589-D573-A95B-4781-93C5DC433313}"/>
          </ac:spMkLst>
        </pc:spChg>
        <pc:spChg chg="add mod">
          <ac:chgData name="soorya d" userId="707841d357a76651" providerId="LiveId" clId="{63418CA2-8C5F-458C-A28D-84A3D5903F51}" dt="2024-01-31T12:48:14.366" v="4648" actId="14100"/>
          <ac:spMkLst>
            <pc:docMk/>
            <pc:sldMk cId="3145882046" sldId="309"/>
            <ac:spMk id="6" creationId="{4A149D63-C93A-5929-FD33-95195D5ED976}"/>
          </ac:spMkLst>
        </pc:spChg>
        <pc:picChg chg="del">
          <ac:chgData name="soorya d" userId="707841d357a76651" providerId="LiveId" clId="{63418CA2-8C5F-458C-A28D-84A3D5903F51}" dt="2024-01-31T12:43:15.817" v="4565" actId="478"/>
          <ac:picMkLst>
            <pc:docMk/>
            <pc:sldMk cId="3145882046" sldId="309"/>
            <ac:picMk id="9" creationId="{AF53E5BA-3DF4-64D2-6A59-5B87313B22A7}"/>
          </ac:picMkLst>
        </pc:picChg>
      </pc:sldChg>
      <pc:sldChg chg="modSp add mod">
        <pc:chgData name="soorya d" userId="707841d357a76651" providerId="LiveId" clId="{63418CA2-8C5F-458C-A28D-84A3D5903F51}" dt="2024-01-31T12:51:40.597" v="4711" actId="20577"/>
        <pc:sldMkLst>
          <pc:docMk/>
          <pc:sldMk cId="95586580" sldId="310"/>
        </pc:sldMkLst>
        <pc:spChg chg="mod">
          <ac:chgData name="soorya d" userId="707841d357a76651" providerId="LiveId" clId="{63418CA2-8C5F-458C-A28D-84A3D5903F51}" dt="2024-01-31T12:49:02.004" v="4653" actId="20577"/>
          <ac:spMkLst>
            <pc:docMk/>
            <pc:sldMk cId="95586580" sldId="310"/>
            <ac:spMk id="2" creationId="{0AD12B7F-AA4A-8757-BC8A-80DCD4AB86DB}"/>
          </ac:spMkLst>
        </pc:spChg>
        <pc:spChg chg="mod">
          <ac:chgData name="soorya d" userId="707841d357a76651" providerId="LiveId" clId="{63418CA2-8C5F-458C-A28D-84A3D5903F51}" dt="2024-01-31T12:51:40.597" v="4711" actId="20577"/>
          <ac:spMkLst>
            <pc:docMk/>
            <pc:sldMk cId="95586580" sldId="310"/>
            <ac:spMk id="3" creationId="{9023DD00-CB4D-9264-AA03-D2BE16FB3D63}"/>
          </ac:spMkLst>
        </pc:spChg>
      </pc:sldChg>
      <pc:sldChg chg="add del replId">
        <pc:chgData name="soorya d" userId="707841d357a76651" providerId="LiveId" clId="{63418CA2-8C5F-458C-A28D-84A3D5903F51}" dt="2024-01-31T12:48:38.195" v="4650" actId="2696"/>
        <pc:sldMkLst>
          <pc:docMk/>
          <pc:sldMk cId="3824765051" sldId="310"/>
        </pc:sldMkLst>
      </pc:sldChg>
      <pc:sldChg chg="addSp delSp modSp add mod replId">
        <pc:chgData name="soorya d" userId="707841d357a76651" providerId="LiveId" clId="{63418CA2-8C5F-458C-A28D-84A3D5903F51}" dt="2024-01-31T13:32:36.363" v="5848" actId="20577"/>
        <pc:sldMkLst>
          <pc:docMk/>
          <pc:sldMk cId="4195017727" sldId="311"/>
        </pc:sldMkLst>
        <pc:spChg chg="mod">
          <ac:chgData name="soorya d" userId="707841d357a76651" providerId="LiveId" clId="{63418CA2-8C5F-458C-A28D-84A3D5903F51}" dt="2024-01-31T13:32:36.363" v="5848" actId="20577"/>
          <ac:spMkLst>
            <pc:docMk/>
            <pc:sldMk cId="4195017727" sldId="311"/>
            <ac:spMk id="3" creationId="{BACE18EA-D2E0-9ADC-46EF-74C774DC2AC9}"/>
          </ac:spMkLst>
        </pc:spChg>
        <pc:spChg chg="add del mod">
          <ac:chgData name="soorya d" userId="707841d357a76651" providerId="LiveId" clId="{63418CA2-8C5F-458C-A28D-84A3D5903F51}" dt="2024-01-31T13:05:03.722" v="4997" actId="931"/>
          <ac:spMkLst>
            <pc:docMk/>
            <pc:sldMk cId="4195017727" sldId="311"/>
            <ac:spMk id="5" creationId="{C95DF1D0-2CE5-B25E-A06A-6E266DC613A1}"/>
          </ac:spMkLst>
        </pc:spChg>
        <pc:picChg chg="add mod">
          <ac:chgData name="soorya d" userId="707841d357a76651" providerId="LiveId" clId="{63418CA2-8C5F-458C-A28D-84A3D5903F51}" dt="2024-01-31T13:05:19.013" v="5001" actId="14100"/>
          <ac:picMkLst>
            <pc:docMk/>
            <pc:sldMk cId="4195017727" sldId="311"/>
            <ac:picMk id="7" creationId="{34CD04EE-5BE2-D4D2-8907-A5EDE1053F07}"/>
          </ac:picMkLst>
        </pc:picChg>
        <pc:picChg chg="del">
          <ac:chgData name="soorya d" userId="707841d357a76651" providerId="LiveId" clId="{63418CA2-8C5F-458C-A28D-84A3D5903F51}" dt="2024-01-31T12:51:48.579" v="4712" actId="478"/>
          <ac:picMkLst>
            <pc:docMk/>
            <pc:sldMk cId="4195017727" sldId="311"/>
            <ac:picMk id="11" creationId="{6FD7D882-54D5-C251-099D-0BD2A4978D8B}"/>
          </ac:picMkLst>
        </pc:picChg>
      </pc:sldChg>
      <pc:sldChg chg="modSp add mod replId">
        <pc:chgData name="soorya d" userId="707841d357a76651" providerId="LiveId" clId="{63418CA2-8C5F-458C-A28D-84A3D5903F51}" dt="2024-02-01T05:41:56.504" v="6410" actId="1076"/>
        <pc:sldMkLst>
          <pc:docMk/>
          <pc:sldMk cId="4069652428" sldId="312"/>
        </pc:sldMkLst>
        <pc:spChg chg="mod">
          <ac:chgData name="soorya d" userId="707841d357a76651" providerId="LiveId" clId="{63418CA2-8C5F-458C-A28D-84A3D5903F51}" dt="2024-01-31T13:32:53.277" v="5850" actId="20577"/>
          <ac:spMkLst>
            <pc:docMk/>
            <pc:sldMk cId="4069652428" sldId="312"/>
            <ac:spMk id="3" creationId="{E22B8FCD-A8D9-DCFB-E8C2-4E6D6612292C}"/>
          </ac:spMkLst>
        </pc:spChg>
        <pc:spChg chg="mod">
          <ac:chgData name="soorya d" userId="707841d357a76651" providerId="LiveId" clId="{63418CA2-8C5F-458C-A28D-84A3D5903F51}" dt="2024-02-01T05:41:51.886" v="6409" actId="1076"/>
          <ac:spMkLst>
            <pc:docMk/>
            <pc:sldMk cId="4069652428" sldId="312"/>
            <ac:spMk id="5" creationId="{D4F8D589-D573-A95B-4781-93C5DC433313}"/>
          </ac:spMkLst>
        </pc:spChg>
        <pc:spChg chg="mod">
          <ac:chgData name="soorya d" userId="707841d357a76651" providerId="LiveId" clId="{63418CA2-8C5F-458C-A28D-84A3D5903F51}" dt="2024-02-01T05:41:56.504" v="6410" actId="1076"/>
          <ac:spMkLst>
            <pc:docMk/>
            <pc:sldMk cId="4069652428" sldId="312"/>
            <ac:spMk id="6" creationId="{4A149D63-C93A-5929-FD33-95195D5ED976}"/>
          </ac:spMkLst>
        </pc:spChg>
      </pc:sldChg>
      <pc:sldChg chg="modSp add mod ord">
        <pc:chgData name="soorya d" userId="707841d357a76651" providerId="LiveId" clId="{63418CA2-8C5F-458C-A28D-84A3D5903F51}" dt="2024-01-31T13:32:42.669" v="5849" actId="20577"/>
        <pc:sldMkLst>
          <pc:docMk/>
          <pc:sldMk cId="985668838" sldId="313"/>
        </pc:sldMkLst>
        <pc:spChg chg="mod">
          <ac:chgData name="soorya d" userId="707841d357a76651" providerId="LiveId" clId="{63418CA2-8C5F-458C-A28D-84A3D5903F51}" dt="2024-01-31T13:32:42.669" v="5849" actId="20577"/>
          <ac:spMkLst>
            <pc:docMk/>
            <pc:sldMk cId="985668838" sldId="313"/>
            <ac:spMk id="3" creationId="{E22B8FCD-A8D9-DCFB-E8C2-4E6D6612292C}"/>
          </ac:spMkLst>
        </pc:spChg>
        <pc:spChg chg="mod">
          <ac:chgData name="soorya d" userId="707841d357a76651" providerId="LiveId" clId="{63418CA2-8C5F-458C-A28D-84A3D5903F51}" dt="2024-01-31T12:56:10.466" v="4829" actId="1076"/>
          <ac:spMkLst>
            <pc:docMk/>
            <pc:sldMk cId="985668838" sldId="313"/>
            <ac:spMk id="5" creationId="{D4F8D589-D573-A95B-4781-93C5DC433313}"/>
          </ac:spMkLst>
        </pc:spChg>
        <pc:spChg chg="mod">
          <ac:chgData name="soorya d" userId="707841d357a76651" providerId="LiveId" clId="{63418CA2-8C5F-458C-A28D-84A3D5903F51}" dt="2024-01-31T12:56:14.844" v="4830" actId="1076"/>
          <ac:spMkLst>
            <pc:docMk/>
            <pc:sldMk cId="985668838" sldId="313"/>
            <ac:spMk id="6" creationId="{4A149D63-C93A-5929-FD33-95195D5ED976}"/>
          </ac:spMkLst>
        </pc:spChg>
      </pc:sldChg>
      <pc:sldChg chg="modSp add mod">
        <pc:chgData name="soorya d" userId="707841d357a76651" providerId="LiveId" clId="{63418CA2-8C5F-458C-A28D-84A3D5903F51}" dt="2024-02-01T08:40:52.431" v="6480" actId="20577"/>
        <pc:sldMkLst>
          <pc:docMk/>
          <pc:sldMk cId="3875678710" sldId="314"/>
        </pc:sldMkLst>
        <pc:spChg chg="mod">
          <ac:chgData name="soorya d" userId="707841d357a76651" providerId="LiveId" clId="{63418CA2-8C5F-458C-A28D-84A3D5903F51}" dt="2024-02-01T08:40:52.431" v="6480" actId="20577"/>
          <ac:spMkLst>
            <pc:docMk/>
            <pc:sldMk cId="3875678710" sldId="314"/>
            <ac:spMk id="3" creationId="{4D1F66E5-D2D7-172B-46BA-FEBFE092CC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0373" y="898724"/>
            <a:ext cx="5385816" cy="1965773"/>
          </a:xfrm>
        </p:spPr>
        <p:txBody>
          <a:bodyPr/>
          <a:lstStyle/>
          <a:p>
            <a:r>
              <a:rPr lang="en-US" dirty="0"/>
              <a:t>DATA ANALYST</a:t>
            </a:r>
            <a:br>
              <a:rPr lang="en-US" dirty="0"/>
            </a:br>
            <a:r>
              <a:rPr lang="en-US" dirty="0"/>
              <a:t>Project portfolio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9496" y="3641569"/>
            <a:ext cx="3493008" cy="878908"/>
          </a:xfrm>
        </p:spPr>
        <p:txBody>
          <a:bodyPr/>
          <a:lstStyle/>
          <a:p>
            <a:r>
              <a:rPr lang="en-US" sz="3600" dirty="0"/>
              <a:t>D.SOORYA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8864" y="362402"/>
            <a:ext cx="7914972" cy="768096"/>
          </a:xfrm>
        </p:spPr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acknowledgement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5" y="1567543"/>
            <a:ext cx="7317813" cy="4928055"/>
          </a:xfrm>
        </p:spPr>
        <p:txBody>
          <a:bodyPr/>
          <a:lstStyle/>
          <a:p>
            <a:pPr algn="ctr"/>
            <a:r>
              <a:rPr lang="en-US" sz="3200" b="1" dirty="0"/>
              <a:t>Karthik Veer Sir</a:t>
            </a:r>
          </a:p>
          <a:p>
            <a:r>
              <a:rPr lang="en-US" dirty="0"/>
              <a:t>I would like to thank you for your diligence and direction in this course.</a:t>
            </a:r>
          </a:p>
          <a:p>
            <a:r>
              <a:rPr lang="en-US" dirty="0"/>
              <a:t>Looking forward for more guided sessions and learning new field of study.</a:t>
            </a:r>
          </a:p>
          <a:p>
            <a:r>
              <a:rPr lang="en-US" dirty="0"/>
              <a:t>Forever grateful.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3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318" y="157129"/>
            <a:ext cx="5693664" cy="768096"/>
          </a:xfrm>
        </p:spPr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AGENDA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5" y="925225"/>
            <a:ext cx="7317813" cy="583013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About – Who am I?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Project 1 – Billionaires Statistical Analysis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Project 2 – Cars India Dataset below Rs 20 lakhs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Project 3 - S&amp;P 500 Stock Prices Analysis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Project 4 – Kickstarter Project Crowdfunding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Project 5 – Northwind Traders 2013-2015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Project – 6 New York Housing Data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Timeline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Tools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​Summary​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67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004" y="1532550"/>
            <a:ext cx="4851886" cy="1049696"/>
          </a:xfrm>
        </p:spPr>
        <p:txBody>
          <a:bodyPr>
            <a:normAutofit/>
          </a:bodyPr>
          <a:lstStyle/>
          <a:p>
            <a:r>
              <a:rPr lang="en-US" sz="4000" dirty="0"/>
              <a:t>Who am I?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AD32548-A0CA-5DBC-8E61-35D67CA9667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6405" b="16405"/>
          <a:stretch>
            <a:fillRect/>
          </a:stretch>
        </p:blipFill>
        <p:spPr>
          <a:xfrm>
            <a:off x="1211860" y="391075"/>
            <a:ext cx="4114613" cy="3332647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32" y="4245429"/>
            <a:ext cx="10664857" cy="2080726"/>
          </a:xfrm>
        </p:spPr>
        <p:txBody>
          <a:bodyPr/>
          <a:lstStyle/>
          <a:p>
            <a:r>
              <a:rPr lang="en-US" dirty="0"/>
              <a:t>A devoted Agriculturalist and a Junior Investment Consultant in a family-run business which has leveraged my entrepreneurial skills of prospecting, conflict management, relationship building, training labors and risk control. </a:t>
            </a:r>
          </a:p>
          <a:p>
            <a:endParaRPr lang="en-US" dirty="0"/>
          </a:p>
          <a:p>
            <a:r>
              <a:rPr lang="en-US" dirty="0"/>
              <a:t>Data Analysis is a virtue to my transforming career. Such diversity of the industrial exposure has a substantial impact on my new course of career.  </a:t>
            </a:r>
          </a:p>
          <a:p>
            <a:endParaRPr lang="en-US" dirty="0"/>
          </a:p>
          <a:p>
            <a:r>
              <a:rPr lang="en-US" dirty="0"/>
              <a:t>Scroll down to view my hands on guided projects solved during the course of study.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4265" y="457200"/>
            <a:ext cx="3200400" cy="2743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311566"/>
            <a:ext cx="6400800" cy="768096"/>
          </a:xfrm>
        </p:spPr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0" y="3429000"/>
            <a:ext cx="6400800" cy="917386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Billionaires Statistics Dataset</a:t>
            </a:r>
          </a:p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Source : Kaggle</a:t>
            </a:r>
          </a:p>
          <a:p>
            <a:pPr algn="ctr"/>
            <a:endParaRPr lang="en-US" sz="2400" dirty="0">
              <a:solidFill>
                <a:schemeClr val="accent6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311B-3177-0658-3585-6639F26A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78" y="188478"/>
            <a:ext cx="10671048" cy="658741"/>
          </a:xfrm>
        </p:spPr>
        <p:txBody>
          <a:bodyPr/>
          <a:lstStyle/>
          <a:p>
            <a:r>
              <a:rPr lang="en-US" altLang="zh-CN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Dashboard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122237-B06F-5E42-B051-D7859FC21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1792" y="457200"/>
            <a:ext cx="1916135" cy="1212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CF22D2-2B16-C40D-AA90-609B5CD0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847D8D0-4562-F173-772C-F15AA40171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1" y="923731"/>
            <a:ext cx="11206064" cy="5580258"/>
          </a:xfrm>
        </p:spPr>
      </p:pic>
    </p:spTree>
    <p:extLst>
      <p:ext uri="{BB962C8B-B14F-4D97-AF65-F5344CB8AC3E}">
        <p14:creationId xmlns:p14="http://schemas.microsoft.com/office/powerpoint/2010/main" val="288647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4E7428-2612-EC0F-AEDD-04C1055F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892" y="256966"/>
            <a:ext cx="10671048" cy="768096"/>
          </a:xfrm>
        </p:spPr>
        <p:txBody>
          <a:bodyPr/>
          <a:lstStyle/>
          <a:p>
            <a:r>
              <a:rPr lang="en-US" dirty="0"/>
              <a:t>Insights 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4FD31B-2971-2C9C-88D9-776FBBC87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2598" y="1318604"/>
            <a:ext cx="10680192" cy="4988890"/>
          </a:xfrm>
        </p:spPr>
        <p:txBody>
          <a:bodyPr/>
          <a:lstStyle/>
          <a:p>
            <a:r>
              <a:rPr lang="en-US" b="1" dirty="0"/>
              <a:t>Bernard Arnault</a:t>
            </a:r>
            <a:r>
              <a:rPr lang="en-US" dirty="0"/>
              <a:t>, Chairman &amp; CEO of LVMH Moet Hennessy Louis Vuitton, </a:t>
            </a:r>
            <a:r>
              <a:rPr lang="en-US" b="1" dirty="0"/>
              <a:t>France</a:t>
            </a:r>
            <a:r>
              <a:rPr lang="en-US" dirty="0"/>
              <a:t> is the richest amongst the billionaires of the world with a net worth of </a:t>
            </a:r>
            <a:r>
              <a:rPr lang="en-US" b="1" dirty="0"/>
              <a:t>$2,11B.</a:t>
            </a:r>
          </a:p>
          <a:p>
            <a:endParaRPr lang="en-US" dirty="0"/>
          </a:p>
          <a:p>
            <a:r>
              <a:rPr lang="en-US" dirty="0"/>
              <a:t>Richest Woman is </a:t>
            </a:r>
            <a:r>
              <a:rPr lang="en-US" b="1" dirty="0"/>
              <a:t>Francoise Bettencourt Meyers </a:t>
            </a:r>
            <a:r>
              <a:rPr lang="en-US" dirty="0"/>
              <a:t>from Paris, France has a net worth of  </a:t>
            </a:r>
            <a:r>
              <a:rPr lang="en-US" b="1" dirty="0"/>
              <a:t>$80B.</a:t>
            </a:r>
          </a:p>
          <a:p>
            <a:endParaRPr lang="en-US" dirty="0"/>
          </a:p>
          <a:p>
            <a:r>
              <a:rPr lang="en-US" b="1" dirty="0"/>
              <a:t>United states </a:t>
            </a:r>
            <a:r>
              <a:rPr lang="en-US" dirty="0"/>
              <a:t>has the highest billionaires of </a:t>
            </a:r>
            <a:r>
              <a:rPr lang="en-US" b="1" dirty="0"/>
              <a:t>754</a:t>
            </a:r>
            <a:r>
              <a:rPr lang="en-US" dirty="0"/>
              <a:t>  that is </a:t>
            </a:r>
            <a:r>
              <a:rPr lang="en-US" b="1" dirty="0"/>
              <a:t>28.56% </a:t>
            </a:r>
            <a:r>
              <a:rPr lang="en-US" dirty="0"/>
              <a:t>in the world which is greater than the following countries : </a:t>
            </a:r>
          </a:p>
          <a:p>
            <a:pPr marL="0" indent="0">
              <a:buNone/>
            </a:pPr>
            <a:r>
              <a:rPr lang="en-US" dirty="0"/>
              <a:t>      China - 523 that is 19.81%;</a:t>
            </a:r>
          </a:p>
          <a:p>
            <a:pPr marL="0" indent="0">
              <a:buNone/>
            </a:pPr>
            <a:r>
              <a:rPr lang="en-US" dirty="0"/>
              <a:t>      India - 157 that is 5.95%;</a:t>
            </a:r>
          </a:p>
          <a:p>
            <a:pPr marL="0" indent="0">
              <a:buNone/>
            </a:pPr>
            <a:r>
              <a:rPr lang="en-US" dirty="0"/>
              <a:t>      Germany – 102 that is 3.86%</a:t>
            </a:r>
          </a:p>
          <a:p>
            <a:pPr marL="0" indent="0">
              <a:buNone/>
            </a:pPr>
            <a:r>
              <a:rPr lang="en-US" dirty="0"/>
              <a:t>      United Kingdom – 82 that is 3.11%  </a:t>
            </a:r>
          </a:p>
          <a:p>
            <a:r>
              <a:rPr lang="en-US" dirty="0"/>
              <a:t>Finance &amp; Investment Category comprises of most of the billionaires count 372 which is 14.09%</a:t>
            </a:r>
          </a:p>
          <a:p>
            <a:endParaRPr lang="en-US" dirty="0"/>
          </a:p>
          <a:p>
            <a:r>
              <a:rPr lang="en-US" dirty="0"/>
              <a:t>World’s youngest billionaire is Clemente Del Vecchio, 18 years from Milan, Italy with a net worth of $35B.  Likewise India’s youngest billionaire is Nikhil Kamath, 36 years from Bengaluru with a net worth of $11B. </a:t>
            </a:r>
            <a:endParaRPr lang="en-IN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8D12-02D2-1971-668D-0C0E46564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528" y="824992"/>
            <a:ext cx="6766560" cy="768096"/>
          </a:xfrm>
        </p:spPr>
        <p:txBody>
          <a:bodyPr/>
          <a:lstStyle/>
          <a:p>
            <a:pPr algn="ctr"/>
            <a:r>
              <a:rPr lang="en-US" dirty="0"/>
              <a:t>Recommendation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7A92A-3750-FA09-9823-5000D5533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4528" y="2550948"/>
            <a:ext cx="6766560" cy="34820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As 34% of wealth is self-made by billionaires, young generation should never give up on failures and take more risk until they succeed.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Upgrading knowledge through secondary and tertiary education also plays a vital role in success and sustainability of the business.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2D67B-5113-B1C7-BDC9-3577BC9B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6FB23-91AD-6FD3-1EA5-4E01EB757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69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2B7F-AA4A-8757-BC8A-80DCD4AB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677139"/>
            <a:ext cx="6400800" cy="768096"/>
          </a:xfrm>
        </p:spPr>
        <p:txBody>
          <a:bodyPr/>
          <a:lstStyle/>
          <a:p>
            <a:r>
              <a:rPr lang="en-US" dirty="0"/>
              <a:t>Project 2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3DD00-CB4D-9264-AA03-D2BE16FB3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0" y="4102483"/>
            <a:ext cx="6400800" cy="1150652"/>
          </a:xfrm>
        </p:spPr>
        <p:txBody>
          <a:bodyPr/>
          <a:lstStyle/>
          <a:p>
            <a:r>
              <a:rPr lang="en-US" dirty="0"/>
              <a:t>Cars India Dataset below Rs 20 lakhs</a:t>
            </a:r>
          </a:p>
          <a:p>
            <a:r>
              <a:rPr lang="en-US" dirty="0"/>
              <a:t>Source : Kaggle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376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5CDB5C3D-D887-AA26-6ECF-CD57B18D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73152"/>
            <a:ext cx="10671048" cy="768096"/>
          </a:xfrm>
        </p:spPr>
        <p:txBody>
          <a:bodyPr/>
          <a:lstStyle/>
          <a:p>
            <a:r>
              <a:rPr lang="en-US" dirty="0"/>
              <a:t>dashboard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B2941C-941A-CDA7-CFCE-BC6EF8274C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9750" y="998376"/>
            <a:ext cx="11118850" cy="5402423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E18EA-D2E0-9ADC-46EF-74C774DC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8D09D-6650-827A-47A5-962EBE6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793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A58959C0-E204-1C76-CF36-23748256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63731"/>
            <a:ext cx="10671048" cy="768096"/>
          </a:xfrm>
        </p:spPr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91D299-3DA4-A192-D111-1A455329D2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Total number of cars is 49</a:t>
            </a:r>
          </a:p>
          <a:p>
            <a:pPr marL="0" indent="0">
              <a:buNone/>
            </a:pPr>
            <a:r>
              <a:rPr lang="en-US" dirty="0"/>
              <a:t>       Highly Priced Car Range – Jeep Compass – Rs 20,69,000 to Rs 32,27000</a:t>
            </a:r>
          </a:p>
          <a:p>
            <a:pPr marL="0" indent="0">
              <a:buNone/>
            </a:pPr>
            <a:r>
              <a:rPr lang="en-US" dirty="0"/>
              <a:t>       Low Priced Car Range – Maruti Alta – RS 3,99,000 to Rs 5,96,000</a:t>
            </a:r>
          </a:p>
          <a:p>
            <a:endParaRPr lang="en-US" dirty="0"/>
          </a:p>
          <a:p>
            <a:r>
              <a:rPr lang="en-US" dirty="0"/>
              <a:t>Top 5 Mileage category Maruti Alto – 29.12, Maruti S </a:t>
            </a:r>
            <a:r>
              <a:rPr lang="en-US" dirty="0" err="1"/>
              <a:t>Presso</a:t>
            </a:r>
            <a:r>
              <a:rPr lang="en-US" dirty="0"/>
              <a:t> – 28.58, Honda City Hybrid – 27.10, Maruti Grand Vitara – 24.27, Toyota Urban Cruiser </a:t>
            </a:r>
            <a:r>
              <a:rPr lang="en-US" dirty="0" err="1"/>
              <a:t>Hyryder</a:t>
            </a:r>
            <a:r>
              <a:rPr lang="en-US" dirty="0"/>
              <a:t> – 24.27</a:t>
            </a:r>
          </a:p>
          <a:p>
            <a:endParaRPr lang="en-US" dirty="0"/>
          </a:p>
          <a:p>
            <a:r>
              <a:rPr lang="en-US" dirty="0"/>
              <a:t>As the engine capacity increases the </a:t>
            </a:r>
            <a:r>
              <a:rPr lang="en-US"/>
              <a:t>mileage decrease 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B8FCD-A8D9-DCFB-E8C2-4E6D6612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83046-49BF-FC43-6A8F-6036D167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467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03DBF5-DD70-3A1F-8DB4-7F13C8BD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648" y="1054546"/>
            <a:ext cx="6766560" cy="768096"/>
          </a:xfrm>
        </p:spPr>
        <p:txBody>
          <a:bodyPr/>
          <a:lstStyle/>
          <a:p>
            <a:r>
              <a:rPr lang="en-US" dirty="0"/>
              <a:t>recommendation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9555C-06FB-5433-879E-641761797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842" y="2532287"/>
            <a:ext cx="6766560" cy="270052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Electric Variant cars are highly recommended to avoid gas emission pollution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Premium car segment best buy will be Toyota Innova </a:t>
            </a:r>
            <a:r>
              <a:rPr lang="en-US" sz="1600" dirty="0" err="1"/>
              <a:t>Hycross</a:t>
            </a:r>
            <a:r>
              <a:rPr lang="en-US" sz="1600" dirty="0"/>
              <a:t> (Rs 30,68,000) due to its engine capacity – 1987cc and its fuel type – Petrol &amp; Hybrid</a:t>
            </a:r>
            <a:endParaRPr lang="en-IN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9A897-D915-BD77-EA70-826AD630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DEF2A-AE63-FA15-18B3-AE1000AE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13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2B7F-AA4A-8757-BC8A-80DCD4AB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677139"/>
            <a:ext cx="6400800" cy="768096"/>
          </a:xfrm>
        </p:spPr>
        <p:txBody>
          <a:bodyPr/>
          <a:lstStyle/>
          <a:p>
            <a:r>
              <a:rPr lang="en-US" dirty="0"/>
              <a:t>Project 3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3DD00-CB4D-9264-AA03-D2BE16FB3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0" y="4217436"/>
            <a:ext cx="6400800" cy="1535446"/>
          </a:xfrm>
        </p:spPr>
        <p:txBody>
          <a:bodyPr/>
          <a:lstStyle/>
          <a:p>
            <a:r>
              <a:rPr lang="en-US" sz="3200" dirty="0"/>
              <a:t>S&amp;P 500 Stock Prices Analysis Dataset</a:t>
            </a:r>
          </a:p>
          <a:p>
            <a:r>
              <a:rPr lang="en-US" dirty="0"/>
              <a:t>Source : Maven Analytics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868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5CDB5C3D-D887-AA26-6ECF-CD57B18D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10312"/>
            <a:ext cx="10671048" cy="768096"/>
          </a:xfrm>
        </p:spPr>
        <p:txBody>
          <a:bodyPr/>
          <a:lstStyle/>
          <a:p>
            <a:r>
              <a:rPr lang="en-US" dirty="0"/>
              <a:t>dashboard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6AA9AC-8528-3276-B37F-0250388A2C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9750" y="1343609"/>
            <a:ext cx="11118850" cy="5112482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E18EA-D2E0-9ADC-46EF-74C774DC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8D09D-6650-827A-47A5-962EBE6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643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F8D589-D573-A95B-4781-93C5DC43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57200"/>
            <a:ext cx="10344477" cy="36389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4889A9-7481-AAE7-D666-CAF71CD518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9750" y="1408922"/>
            <a:ext cx="11118850" cy="3396343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B8FCD-A8D9-DCFB-E8C2-4E6D6612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83046-49BF-FC43-6A8F-6036D167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860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03DBF5-DD70-3A1F-8DB4-7F13C8BD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561" y="210312"/>
            <a:ext cx="6766560" cy="704088"/>
          </a:xfrm>
        </p:spPr>
        <p:txBody>
          <a:bodyPr/>
          <a:lstStyle/>
          <a:p>
            <a:pPr algn="ctr"/>
            <a:r>
              <a:rPr lang="en-US" dirty="0"/>
              <a:t>Insights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6BC137-0433-EB29-2CD2-D9AD8EDEB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4963" y="1240971"/>
            <a:ext cx="8294915" cy="515983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Largest traded volume stock is Bank of America Corp of an average - 8,93,62,903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Highest Average of Sales between 2014-2017 is Apple Inc of $4,98,48,00,740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Amazon's cluster column chart shows the price volatility </a:t>
            </a:r>
          </a:p>
          <a:p>
            <a:r>
              <a:rPr lang="en-US" sz="1600" dirty="0"/>
              <a:t>      2017+0.84&gt;</a:t>
            </a:r>
          </a:p>
          <a:p>
            <a:r>
              <a:rPr lang="en-US" sz="1600" dirty="0"/>
              <a:t>      2016+0.14&gt;</a:t>
            </a:r>
          </a:p>
          <a:p>
            <a:r>
              <a:rPr lang="en-US" sz="1600" dirty="0"/>
              <a:t>      2015-0.08&gt;</a:t>
            </a:r>
          </a:p>
          <a:p>
            <a:r>
              <a:rPr lang="en-US" sz="1600" dirty="0"/>
              <a:t>      2014-0.36</a:t>
            </a:r>
          </a:p>
          <a:p>
            <a:endParaRPr lang="en-US" dirty="0"/>
          </a:p>
          <a:p>
            <a:pPr algn="ctr"/>
            <a:r>
              <a:rPr lang="en-US" sz="4000" b="1" dirty="0">
                <a:latin typeface="+mj-lt"/>
              </a:rPr>
              <a:t>Recommendation: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600" dirty="0">
                <a:latin typeface="Sabon Next LT" panose="02000500000000000000" pitchFamily="2" charset="0"/>
                <a:cs typeface="Sabon Next LT" panose="02000500000000000000" pitchFamily="2" charset="0"/>
              </a:rPr>
              <a:t>GOOGL - $722.68 </a:t>
            </a:r>
          </a:p>
          <a:p>
            <a:r>
              <a:rPr lang="en-US" sz="1600" b="0" i="0" u="none" strike="noStrike" dirty="0">
                <a:solidFill>
                  <a:srgbClr val="202C8F"/>
                </a:solidFill>
                <a:effectLst/>
                <a:latin typeface="Sabon Next LT" panose="02000500000000000000" pitchFamily="2" charset="0"/>
                <a:cs typeface="Sabon Next LT" panose="02000500000000000000" pitchFamily="2" charset="0"/>
              </a:rPr>
              <a:t>Google stock in four years has a steady pricing, hence it is the most favourable to invest in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Sabon Next LT" panose="02000500000000000000" pitchFamily="2" charset="0"/>
                <a:cs typeface="Sabon Next LT" panose="02000500000000000000" pitchFamily="2" charset="0"/>
              </a:rPr>
              <a:t>. </a:t>
            </a:r>
          </a:p>
          <a:p>
            <a:endParaRPr lang="en-US" sz="1600" b="0" i="0" u="none" strike="noStrike" dirty="0">
              <a:solidFill>
                <a:srgbClr val="000000"/>
              </a:solidFill>
              <a:effectLst/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endParaRPr lang="en-IN" sz="16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9A897-D915-BD77-EA70-826AD630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4528" y="457200"/>
            <a:ext cx="1215219" cy="2743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DEF2A-AE63-FA15-18B3-AE1000AE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16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AC828D-1552-9C3B-D481-798D3C476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265145"/>
              </p:ext>
            </p:extLst>
          </p:nvPr>
        </p:nvGraphicFramePr>
        <p:xfrm>
          <a:off x="5553236" y="4920672"/>
          <a:ext cx="3413481" cy="1265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827">
                  <a:extLst>
                    <a:ext uri="{9D8B030D-6E8A-4147-A177-3AD203B41FA5}">
                      <a16:colId xmlns:a16="http://schemas.microsoft.com/office/drawing/2014/main" val="2783567295"/>
                    </a:ext>
                  </a:extLst>
                </a:gridCol>
                <a:gridCol w="1137827">
                  <a:extLst>
                    <a:ext uri="{9D8B030D-6E8A-4147-A177-3AD203B41FA5}">
                      <a16:colId xmlns:a16="http://schemas.microsoft.com/office/drawing/2014/main" val="775946971"/>
                    </a:ext>
                  </a:extLst>
                </a:gridCol>
                <a:gridCol w="1137827">
                  <a:extLst>
                    <a:ext uri="{9D8B030D-6E8A-4147-A177-3AD203B41FA5}">
                      <a16:colId xmlns:a16="http://schemas.microsoft.com/office/drawing/2014/main" val="522800203"/>
                    </a:ext>
                  </a:extLst>
                </a:gridCol>
              </a:tblGrid>
              <a:tr h="25310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Year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Price $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Growth %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6524210"/>
                  </a:ext>
                </a:extLst>
              </a:tr>
              <a:tr h="25310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2014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568.5409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-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8134326"/>
                  </a:ext>
                </a:extLst>
              </a:tr>
              <a:tr h="25310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2015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620.0267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9.05%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97249330"/>
                  </a:ext>
                </a:extLst>
              </a:tr>
              <a:tr h="25310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2016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763.4363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23.12%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3679138"/>
                  </a:ext>
                </a:extLst>
              </a:tr>
              <a:tr h="25310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2017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939.6134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23.09%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50401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790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2B7F-AA4A-8757-BC8A-80DCD4AB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677139"/>
            <a:ext cx="6400800" cy="768096"/>
          </a:xfrm>
        </p:spPr>
        <p:txBody>
          <a:bodyPr/>
          <a:lstStyle/>
          <a:p>
            <a:r>
              <a:rPr lang="en-US" dirty="0"/>
              <a:t>Project 4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3DD00-CB4D-9264-AA03-D2BE16FB3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0" y="4217436"/>
            <a:ext cx="6400800" cy="1535446"/>
          </a:xfrm>
        </p:spPr>
        <p:txBody>
          <a:bodyPr/>
          <a:lstStyle/>
          <a:p>
            <a:r>
              <a:rPr lang="en-US" sz="3200" dirty="0"/>
              <a:t>KICKSTARTER PROJECT CROWDFUNDING 2009-2018</a:t>
            </a:r>
          </a:p>
          <a:p>
            <a:r>
              <a:rPr lang="en-US" dirty="0"/>
              <a:t>Source : Maven Analytics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241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5CDB5C3D-D887-AA26-6ECF-CD57B18D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10312"/>
            <a:ext cx="10671048" cy="768096"/>
          </a:xfrm>
        </p:spPr>
        <p:txBody>
          <a:bodyPr/>
          <a:lstStyle/>
          <a:p>
            <a:r>
              <a:rPr lang="en-US" dirty="0"/>
              <a:t>dashboard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E18EA-D2E0-9ADC-46EF-74C774DC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8D09D-6650-827A-47A5-962EBE6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3FB99B8-EB6A-7FB4-0391-BA2CA1E5A6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9750" y="1063690"/>
            <a:ext cx="11118850" cy="5337110"/>
          </a:xfrm>
        </p:spPr>
      </p:pic>
    </p:spTree>
    <p:extLst>
      <p:ext uri="{BB962C8B-B14F-4D97-AF65-F5344CB8AC3E}">
        <p14:creationId xmlns:p14="http://schemas.microsoft.com/office/powerpoint/2010/main" val="2143825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F8D589-D573-A95B-4781-93C5DC43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57200"/>
            <a:ext cx="10344477" cy="36389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B8FCD-A8D9-DCFB-E8C2-4E6D6612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83046-49BF-FC43-6A8F-6036D167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53E5BA-3DF4-64D2-6A59-5B87313B22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9749" y="1763486"/>
            <a:ext cx="11571385" cy="4254759"/>
          </a:xfrm>
        </p:spPr>
      </p:pic>
    </p:spTree>
    <p:extLst>
      <p:ext uri="{BB962C8B-B14F-4D97-AF65-F5344CB8AC3E}">
        <p14:creationId xmlns:p14="http://schemas.microsoft.com/office/powerpoint/2010/main" val="2239191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03DBF5-DD70-3A1F-8DB4-7F13C8BD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561" y="210312"/>
            <a:ext cx="6766560" cy="704088"/>
          </a:xfrm>
        </p:spPr>
        <p:txBody>
          <a:bodyPr/>
          <a:lstStyle/>
          <a:p>
            <a:pPr algn="ctr"/>
            <a:r>
              <a:rPr lang="en-US" dirty="0"/>
              <a:t>Insights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6BC137-0433-EB29-2CD2-D9AD8EDEB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4963" y="1240971"/>
            <a:ext cx="8294915" cy="515983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600" dirty="0"/>
              <a:t>United States has the highest number of successful projects -1,09,299 comprising 29.16% and failed projects - 1,52,059 comprising of 40.56% of the total kickstarters.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Music Category has least failed in countries like Switzerland, Austria and Singapore.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Japan and Luxembourg has Nil projects Suspended.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Successful crowdfunding goal year was in 2015 with $23,38,33,537.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Japan has consistently successful in the following categories : Accessories, Childrens' book, Childrens' wear, DIY Electronics, Footwear, Software and Tabletop Games.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ctr"/>
            <a:endParaRPr lang="en-US" sz="4000" b="1" dirty="0">
              <a:latin typeface="+mj-lt"/>
            </a:endParaRPr>
          </a:p>
          <a:p>
            <a:pPr algn="ctr"/>
            <a:r>
              <a:rPr lang="en-US" sz="4000" b="1" dirty="0">
                <a:latin typeface="+mj-lt"/>
              </a:rPr>
              <a:t>Recommendation: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600" dirty="0"/>
              <a:t>Highest scope of investment is for Product Design category as the sum of Pledged amount shows the degree of interest of investors.</a:t>
            </a:r>
          </a:p>
          <a:p>
            <a:r>
              <a:rPr lang="en-US" sz="1600" dirty="0"/>
              <a:t>       Reference : 2015 - US - Pledged amount $ 2,03,38,986 within 32 days of launch. </a:t>
            </a:r>
            <a:endParaRPr lang="en-IN" sz="16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9A897-D915-BD77-EA70-826AD630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4528" y="457200"/>
            <a:ext cx="1215219" cy="2743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DEF2A-AE63-FA15-18B3-AE1000AE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186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2B7F-AA4A-8757-BC8A-80DCD4AB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677139"/>
            <a:ext cx="6400800" cy="768096"/>
          </a:xfrm>
        </p:spPr>
        <p:txBody>
          <a:bodyPr/>
          <a:lstStyle/>
          <a:p>
            <a:r>
              <a:rPr lang="en-US" dirty="0"/>
              <a:t>Project 5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3DD00-CB4D-9264-AA03-D2BE16FB3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0" y="4217436"/>
            <a:ext cx="6400800" cy="1535446"/>
          </a:xfrm>
        </p:spPr>
        <p:txBody>
          <a:bodyPr/>
          <a:lstStyle/>
          <a:p>
            <a:r>
              <a:rPr lang="en-US" sz="3200" dirty="0"/>
              <a:t>NORTHWIND TRADERS 2013-2015</a:t>
            </a:r>
          </a:p>
          <a:p>
            <a:r>
              <a:rPr lang="en-US" dirty="0"/>
              <a:t>Source : Maven Analytics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44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5CDB5C3D-D887-AA26-6ECF-CD57B18D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10312"/>
            <a:ext cx="10671048" cy="768096"/>
          </a:xfrm>
        </p:spPr>
        <p:txBody>
          <a:bodyPr/>
          <a:lstStyle/>
          <a:p>
            <a:r>
              <a:rPr lang="en-US" dirty="0"/>
              <a:t>dashboard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E18EA-D2E0-9ADC-46EF-74C774DC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8D09D-6650-827A-47A5-962EBE6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FD7D882-54D5-C251-099D-0BD2A4978D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99161" y="978408"/>
            <a:ext cx="10801428" cy="5558917"/>
          </a:xfrm>
        </p:spPr>
      </p:pic>
    </p:spTree>
    <p:extLst>
      <p:ext uri="{BB962C8B-B14F-4D97-AF65-F5344CB8AC3E}">
        <p14:creationId xmlns:p14="http://schemas.microsoft.com/office/powerpoint/2010/main" val="2249832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F8D589-D573-A95B-4781-93C5DC43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88479"/>
            <a:ext cx="10344477" cy="811762"/>
          </a:xfrm>
        </p:spPr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B8FCD-A8D9-DCFB-E8C2-4E6D6612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83046-49BF-FC43-6A8F-6036D167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49D63-C93A-5929-FD33-95195D5ED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496" y="1268961"/>
            <a:ext cx="11119104" cy="5374433"/>
          </a:xfrm>
        </p:spPr>
        <p:txBody>
          <a:bodyPr/>
          <a:lstStyle/>
          <a:p>
            <a:r>
              <a:rPr lang="en-US" dirty="0"/>
              <a:t>H</a:t>
            </a:r>
            <a:r>
              <a:rPr lang="en-US" sz="1800" dirty="0">
                <a:effectLst/>
              </a:rPr>
              <a:t>ighest sum of sales was achieved by 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sz="1800" dirty="0">
                <a:effectLst/>
              </a:rPr>
              <a:t>Margaret Peacock - $2,50,187/18.47% &gt;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sz="1800" dirty="0">
                <a:effectLst/>
              </a:rPr>
              <a:t>Janet </a:t>
            </a:r>
            <a:r>
              <a:rPr lang="en-US" sz="1800" dirty="0" err="1">
                <a:effectLst/>
              </a:rPr>
              <a:t>Leverling</a:t>
            </a:r>
            <a:r>
              <a:rPr lang="en-US" sz="1800" dirty="0">
                <a:effectLst/>
              </a:rPr>
              <a:t> - $2,13,051/15.73% &gt;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sz="1800" dirty="0">
                <a:effectLst/>
              </a:rPr>
              <a:t>Nancy </a:t>
            </a:r>
            <a:r>
              <a:rPr lang="en-US" sz="1800" dirty="0" err="1">
                <a:effectLst/>
              </a:rPr>
              <a:t>Davolia</a:t>
            </a:r>
            <a:r>
              <a:rPr lang="en-US" sz="1800" dirty="0">
                <a:effectLst/>
              </a:rPr>
              <a:t> - $2,02,143/14.92%.</a:t>
            </a:r>
            <a:endParaRPr lang="en-US" dirty="0">
              <a:effectLst/>
            </a:endParaRPr>
          </a:p>
          <a:p>
            <a:r>
              <a:rPr lang="en-US" sz="1800" dirty="0">
                <a:effectLst/>
              </a:rPr>
              <a:t>Year 2014 recorded the highest Sum of sales of $ 6,58,388.</a:t>
            </a:r>
            <a:endParaRPr lang="en-US" dirty="0">
              <a:effectLst/>
            </a:endParaRPr>
          </a:p>
          <a:p>
            <a:r>
              <a:rPr lang="en-US" sz="1800" dirty="0">
                <a:effectLst/>
              </a:rPr>
              <a:t>highest count of order was on May 6th,2015.</a:t>
            </a:r>
            <a:endParaRPr lang="en-US" dirty="0">
              <a:effectLst/>
            </a:endParaRPr>
          </a:p>
          <a:p>
            <a:r>
              <a:rPr lang="en-US" sz="1800" dirty="0">
                <a:effectLst/>
              </a:rPr>
              <a:t>Meat and Poultry were least selling products contributing 8% and 6% respectively. </a:t>
            </a:r>
            <a:endParaRPr lang="en-US" dirty="0">
              <a:effectLst/>
            </a:endParaRPr>
          </a:p>
          <a:p>
            <a:r>
              <a:rPr lang="en-US" sz="1800" dirty="0">
                <a:effectLst/>
              </a:rPr>
              <a:t>The Unit Packaging Shipping Company handled approximately 40% of orders.</a:t>
            </a:r>
            <a:endParaRPr lang="en-US" dirty="0">
              <a:effectLst/>
            </a:endParaRPr>
          </a:p>
          <a:p>
            <a:pPr marL="0" indent="0">
              <a:buNone/>
            </a:pPr>
            <a:endParaRPr lang="en-US" dirty="0">
              <a:effectLst/>
            </a:endParaRPr>
          </a:p>
          <a:p>
            <a:pPr marL="0" indent="0" algn="ctr">
              <a:buNone/>
            </a:pPr>
            <a:r>
              <a:rPr lang="en-US" sz="2400" b="1" dirty="0"/>
              <a:t>R</a:t>
            </a:r>
            <a:r>
              <a:rPr lang="en-US" sz="2400" b="1" dirty="0">
                <a:effectLst/>
              </a:rPr>
              <a:t>ECOMMENDATION</a:t>
            </a:r>
          </a:p>
          <a:p>
            <a:r>
              <a:rPr lang="en-US" b="0" i="0" dirty="0">
                <a:solidFill>
                  <a:srgbClr val="202C8F"/>
                </a:solidFill>
                <a:effectLst/>
                <a:latin typeface="Sabon Next LT" panose="02000500000000000000" pitchFamily="2" charset="0"/>
                <a:cs typeface="Sabon Next LT" panose="02000500000000000000" pitchFamily="2" charset="0"/>
              </a:rPr>
              <a:t>Product Category Beverages - 19%, Dairy - 17% and Confections - 15% has high demand, thus expansion of business in those area will yield more profit</a:t>
            </a:r>
          </a:p>
          <a:p>
            <a:r>
              <a:rPr lang="en-US" b="0" i="0" dirty="0">
                <a:solidFill>
                  <a:srgbClr val="202C8F"/>
                </a:solidFill>
                <a:effectLst/>
                <a:latin typeface="Sabon Next LT" panose="02000500000000000000" pitchFamily="2" charset="0"/>
                <a:cs typeface="Sabon Next LT" panose="02000500000000000000" pitchFamily="2" charset="0"/>
              </a:rPr>
              <a:t>High performing shipper company Unit Packaging can be collaborated more often due to their success in prompt delivery</a:t>
            </a:r>
          </a:p>
          <a:p>
            <a:r>
              <a:rPr lang="en-US" b="0" i="0" dirty="0">
                <a:solidFill>
                  <a:srgbClr val="202C8F"/>
                </a:solidFill>
                <a:effectLst/>
                <a:latin typeface="Sabon Next LT" panose="02000500000000000000" pitchFamily="2" charset="0"/>
                <a:cs typeface="Sabon Next LT" panose="02000500000000000000" pitchFamily="2" charset="0"/>
              </a:rPr>
              <a:t>Steven Buchanan should be trained with more incentives to boost sales </a:t>
            </a:r>
          </a:p>
          <a:p>
            <a:r>
              <a:rPr lang="en-US" b="0" i="0" dirty="0" err="1">
                <a:solidFill>
                  <a:srgbClr val="202C8F"/>
                </a:solidFill>
                <a:effectLst/>
                <a:latin typeface="Sabon Next LT" panose="02000500000000000000" pitchFamily="2" charset="0"/>
                <a:cs typeface="Sabon Next LT" panose="02000500000000000000" pitchFamily="2" charset="0"/>
              </a:rPr>
              <a:t>Chocolade</a:t>
            </a:r>
            <a:r>
              <a:rPr lang="en-US" b="0" i="0" dirty="0">
                <a:solidFill>
                  <a:srgbClr val="202C8F"/>
                </a:solidFill>
                <a:effectLst/>
                <a:latin typeface="Sabon Next LT" panose="02000500000000000000" pitchFamily="2" charset="0"/>
                <a:cs typeface="Sabon Next LT" panose="02000500000000000000" pitchFamily="2" charset="0"/>
              </a:rPr>
              <a:t> category needs more marketing to get better order from rest of the 16 countries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5882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2B7F-AA4A-8757-BC8A-80DCD4AB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677139"/>
            <a:ext cx="6400800" cy="768096"/>
          </a:xfrm>
        </p:spPr>
        <p:txBody>
          <a:bodyPr/>
          <a:lstStyle/>
          <a:p>
            <a:r>
              <a:rPr lang="en-US" dirty="0"/>
              <a:t>Project 6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3DD00-CB4D-9264-AA03-D2BE16FB3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0" y="4217436"/>
            <a:ext cx="6400800" cy="1535446"/>
          </a:xfrm>
        </p:spPr>
        <p:txBody>
          <a:bodyPr/>
          <a:lstStyle/>
          <a:p>
            <a:r>
              <a:rPr lang="en-US" sz="3200" dirty="0"/>
              <a:t>NEWYORK HOUSING DATA ANALYSIS</a:t>
            </a:r>
          </a:p>
          <a:p>
            <a:r>
              <a:rPr lang="en-US" dirty="0"/>
              <a:t>Source : Maven Analytics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86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5CDB5C3D-D887-AA26-6ECF-CD57B18D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10312"/>
            <a:ext cx="10671048" cy="768096"/>
          </a:xfrm>
        </p:spPr>
        <p:txBody>
          <a:bodyPr/>
          <a:lstStyle/>
          <a:p>
            <a:r>
              <a:rPr lang="en-US" dirty="0"/>
              <a:t>dashboard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E18EA-D2E0-9ADC-46EF-74C774DC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8D09D-6650-827A-47A5-962EBE6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CD04EE-5BE2-D4D2-8907-A5EDE1053F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1792" y="978408"/>
            <a:ext cx="10976159" cy="5558917"/>
          </a:xfrm>
        </p:spPr>
      </p:pic>
    </p:spTree>
    <p:extLst>
      <p:ext uri="{BB962C8B-B14F-4D97-AF65-F5344CB8AC3E}">
        <p14:creationId xmlns:p14="http://schemas.microsoft.com/office/powerpoint/2010/main" val="4195017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F8D589-D573-A95B-4781-93C5DC43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96388"/>
            <a:ext cx="10344477" cy="811762"/>
          </a:xfrm>
        </p:spPr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B8FCD-A8D9-DCFB-E8C2-4E6D6612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83046-49BF-FC43-6A8F-6036D167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49D63-C93A-5929-FD33-95195D5ED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496" y="2313990"/>
            <a:ext cx="11119104" cy="5374433"/>
          </a:xfrm>
        </p:spPr>
        <p:txBody>
          <a:bodyPr/>
          <a:lstStyle/>
          <a:p>
            <a:r>
              <a:rPr lang="en-US" sz="1800" dirty="0">
                <a:effectLst/>
              </a:rPr>
              <a:t>Coldwell </a:t>
            </a:r>
            <a:r>
              <a:rPr lang="en-US" dirty="0" err="1"/>
              <a:t>B</a:t>
            </a:r>
            <a:r>
              <a:rPr lang="en-US" sz="1800" dirty="0" err="1">
                <a:effectLst/>
              </a:rPr>
              <a:t>ankereliale</a:t>
            </a:r>
            <a:r>
              <a:rPr lang="en-US" sz="1800" dirty="0">
                <a:effectLst/>
              </a:rPr>
              <a:t> is the only broker for "Pending category" Project of avg price of $5,99,889 at </a:t>
            </a:r>
            <a:r>
              <a:rPr lang="en-US" sz="1800" dirty="0" err="1">
                <a:effectLst/>
              </a:rPr>
              <a:t>NewYork</a:t>
            </a:r>
            <a:r>
              <a:rPr lang="en-US" sz="1800" dirty="0">
                <a:effectLst/>
              </a:rPr>
              <a:t>.</a:t>
            </a:r>
            <a:endParaRPr lang="en-US" dirty="0">
              <a:effectLst/>
            </a:endParaRPr>
          </a:p>
          <a:p>
            <a:r>
              <a:rPr lang="en-US" dirty="0"/>
              <a:t>T</a:t>
            </a:r>
            <a:r>
              <a:rPr lang="en-US" sz="1800" dirty="0">
                <a:effectLst/>
              </a:rPr>
              <a:t>otal </a:t>
            </a:r>
            <a:r>
              <a:rPr lang="en-US" sz="1800" dirty="0" err="1">
                <a:effectLst/>
              </a:rPr>
              <a:t>no.of</a:t>
            </a:r>
            <a:r>
              <a:rPr lang="en-US" sz="1800" dirty="0">
                <a:effectLst/>
              </a:rPr>
              <a:t> properties 4583 where 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sz="1800" dirty="0">
                <a:effectLst/>
              </a:rPr>
              <a:t>Compass -436 &gt; </a:t>
            </a:r>
          </a:p>
          <a:p>
            <a:pPr marL="0" indent="0">
              <a:buNone/>
            </a:pPr>
            <a:r>
              <a:rPr lang="en-US" dirty="0"/>
              <a:t>       D</a:t>
            </a:r>
            <a:r>
              <a:rPr lang="en-US" sz="1800" dirty="0">
                <a:effectLst/>
              </a:rPr>
              <a:t>ouglas </a:t>
            </a:r>
            <a:r>
              <a:rPr lang="en-US" dirty="0"/>
              <a:t>E</a:t>
            </a:r>
            <a:r>
              <a:rPr lang="en-US" sz="1800" dirty="0">
                <a:effectLst/>
              </a:rPr>
              <a:t>lliman-575 &gt;</a:t>
            </a:r>
          </a:p>
          <a:p>
            <a:pPr marL="0" indent="0">
              <a:buNone/>
            </a:pPr>
            <a:r>
              <a:rPr lang="en-US" dirty="0"/>
              <a:t>       M</a:t>
            </a:r>
            <a:r>
              <a:rPr lang="en-US" sz="1800" dirty="0">
                <a:effectLst/>
              </a:rPr>
              <a:t>adison avenue - 109 &gt; </a:t>
            </a:r>
          </a:p>
          <a:p>
            <a:pPr marL="0" indent="0">
              <a:buNone/>
            </a:pPr>
            <a:r>
              <a:rPr lang="en-US" dirty="0"/>
              <a:t>       B</a:t>
            </a:r>
            <a:r>
              <a:rPr lang="en-US" sz="1800" dirty="0">
                <a:effectLst/>
              </a:rPr>
              <a:t>rown </a:t>
            </a:r>
            <a:r>
              <a:rPr lang="en-US" dirty="0"/>
              <a:t>H</a:t>
            </a:r>
            <a:r>
              <a:rPr lang="en-US" sz="1800" dirty="0">
                <a:effectLst/>
              </a:rPr>
              <a:t>arris </a:t>
            </a:r>
            <a:r>
              <a:rPr lang="en-US" dirty="0"/>
              <a:t>S</a:t>
            </a:r>
            <a:r>
              <a:rPr lang="en-US" sz="1800" dirty="0">
                <a:effectLst/>
              </a:rPr>
              <a:t>ten - 93 are the top 3 property dealers. </a:t>
            </a:r>
            <a:endParaRPr lang="en-US" dirty="0">
              <a:effectLst/>
            </a:endParaRPr>
          </a:p>
          <a:p>
            <a:r>
              <a:rPr lang="en-US" dirty="0"/>
              <a:t>F</a:t>
            </a:r>
            <a:r>
              <a:rPr lang="en-US" sz="1800" dirty="0">
                <a:effectLst/>
              </a:rPr>
              <a:t>rom "types"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sz="1800" dirty="0">
                <a:effectLst/>
              </a:rPr>
              <a:t>Pending - 229 , 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sz="1800" dirty="0">
                <a:effectLst/>
              </a:rPr>
              <a:t>Contingent - 87, 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sz="1800" dirty="0">
                <a:effectLst/>
              </a:rPr>
              <a:t>Foreclosure-14 we can conclude that there are 330 projects in progress.</a:t>
            </a:r>
            <a:endParaRPr lang="en-US" dirty="0">
              <a:effectLst/>
            </a:endParaRPr>
          </a:p>
          <a:p>
            <a:pPr marL="0" indent="0">
              <a:buNone/>
            </a:pPr>
            <a:br>
              <a:rPr lang="en-US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668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F8D589-D573-A95B-4781-93C5DC43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652210"/>
            <a:ext cx="10344477" cy="811762"/>
          </a:xfrm>
        </p:spPr>
        <p:txBody>
          <a:bodyPr/>
          <a:lstStyle/>
          <a:p>
            <a:r>
              <a:rPr lang="en-US" dirty="0"/>
              <a:t>recommendation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B8FCD-A8D9-DCFB-E8C2-4E6D6612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83046-49BF-FC43-6A8F-6036D167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49D63-C93A-5929-FD33-95195D5ED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496" y="1658982"/>
            <a:ext cx="11119104" cy="5374433"/>
          </a:xfrm>
        </p:spPr>
        <p:txBody>
          <a:bodyPr/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>
              <a:effectLst/>
            </a:endParaRPr>
          </a:p>
          <a:p>
            <a:r>
              <a:rPr lang="en-US" dirty="0">
                <a:solidFill>
                  <a:srgbClr val="252423"/>
                </a:solidFill>
                <a:latin typeface="Segoe UI" panose="020B0502040204020203" pitchFamily="34" charset="0"/>
              </a:rPr>
              <a:t>B</a:t>
            </a:r>
            <a:r>
              <a:rPr lang="en-US" sz="18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est investment can be made with a minimum pricing in New York - $2494 and Brooklyn -$5800</a:t>
            </a:r>
          </a:p>
          <a:p>
            <a:endParaRPr lang="en-US" b="0" i="0" dirty="0">
              <a:solidFill>
                <a:srgbClr val="252423"/>
              </a:solidFill>
              <a:effectLst/>
              <a:latin typeface="Segoe UI" panose="020B0502040204020203" pitchFamily="34" charset="0"/>
            </a:endParaRPr>
          </a:p>
          <a:p>
            <a:r>
              <a:rPr lang="en-US" dirty="0">
                <a:solidFill>
                  <a:srgbClr val="252423"/>
                </a:solidFill>
                <a:latin typeface="Segoe UI" panose="020B0502040204020203" pitchFamily="34" charset="0"/>
              </a:rPr>
              <a:t>T</a:t>
            </a:r>
            <a:r>
              <a:rPr lang="en-US" sz="18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he most expensive properties are around New York with maximum amenities having the maximum price of $ 21,47,48,364, so investments can be done for a premium buy or </a:t>
            </a:r>
            <a:r>
              <a:rPr lang="en-US" dirty="0">
                <a:solidFill>
                  <a:srgbClr val="252423"/>
                </a:solidFill>
                <a:latin typeface="Segoe UI" panose="020B0502040204020203" pitchFamily="34" charset="0"/>
              </a:rPr>
              <a:t>profitable returns.</a:t>
            </a:r>
            <a:r>
              <a:rPr lang="en-US" sz="18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endParaRPr lang="en-US" b="0" i="0" dirty="0">
              <a:solidFill>
                <a:srgbClr val="252423"/>
              </a:solidFill>
              <a:effectLst/>
              <a:latin typeface="Segoe UI" panose="020B0502040204020203" pitchFamily="34" charset="0"/>
            </a:endParaRPr>
          </a:p>
          <a:p>
            <a:r>
              <a:rPr lang="en-US" dirty="0">
                <a:solidFill>
                  <a:srgbClr val="252423"/>
                </a:solidFill>
                <a:latin typeface="Segoe UI" panose="020B0502040204020203" pitchFamily="34" charset="0"/>
              </a:rPr>
              <a:t>T</a:t>
            </a:r>
            <a:r>
              <a:rPr lang="en-US" sz="18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here is a good scope of investment in Land or a 2 bedroom property type where the prices start from $5800 and $ 2494 respectively. </a:t>
            </a:r>
            <a:endParaRPr lang="en-US" b="0" i="0" dirty="0">
              <a:solidFill>
                <a:srgbClr val="252423"/>
              </a:solidFill>
              <a:effectLst/>
              <a:latin typeface="Segoe UI" panose="020B0502040204020203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652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0A5BFC-C134-C072-C14D-9E51A94C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175" name="Slide Number Placeholder 174">
            <a:extLst>
              <a:ext uri="{FF2B5EF4-FFF2-40B4-BE49-F238E27FC236}">
                <a16:creationId xmlns:a16="http://schemas.microsoft.com/office/drawing/2014/main" id="{1DECFA06-D307-B47D-DA95-31161374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42027341-30B3-44DB-373E-60B96EBF2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Nov 2023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49B99446-8DB8-EAE8-ADEB-8E02F160B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/>
            <a:r>
              <a:rPr lang="en-US" dirty="0"/>
              <a:t>Dec 2023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4F1381C5-2C37-6542-2CC4-2EBF6B0C41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dirty="0"/>
              <a:t>JAN 2024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9348E88D-CFB1-4BF1-41EC-723BBD602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lvl="0"/>
            <a:r>
              <a:rPr lang="en-US" dirty="0"/>
              <a:t>Feb 2024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E1B218F5-E615-C534-C7FC-E557815965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0"/>
            <a:r>
              <a:rPr lang="en-US" dirty="0"/>
              <a:t>Mar 2024</a:t>
            </a:r>
          </a:p>
        </p:txBody>
      </p:sp>
      <p:sp>
        <p:nvSpPr>
          <p:cNvPr id="141" name="Rectangle 140" descr="Timeline marker">
            <a:extLst>
              <a:ext uri="{FF2B5EF4-FFF2-40B4-BE49-F238E27FC236}">
                <a16:creationId xmlns:a16="http://schemas.microsoft.com/office/drawing/2014/main" id="{F2040969-B583-70C1-87C1-D19C7BB276E9}"/>
              </a:ext>
            </a:extLst>
          </p:cNvPr>
          <p:cNvSpPr/>
          <p:nvPr/>
        </p:nvSpPr>
        <p:spPr>
          <a:xfrm rot="16200000">
            <a:off x="3825401" y="4016017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 descr="Timeline marker">
            <a:extLst>
              <a:ext uri="{FF2B5EF4-FFF2-40B4-BE49-F238E27FC236}">
                <a16:creationId xmlns:a16="http://schemas.microsoft.com/office/drawing/2014/main" id="{916357F2-DD2F-AE73-F0FE-19F36A996C0A}"/>
              </a:ext>
            </a:extLst>
          </p:cNvPr>
          <p:cNvSpPr/>
          <p:nvPr/>
        </p:nvSpPr>
        <p:spPr>
          <a:xfrm rot="16200000">
            <a:off x="6045016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 descr="Timeline marker">
            <a:extLst>
              <a:ext uri="{FF2B5EF4-FFF2-40B4-BE49-F238E27FC236}">
                <a16:creationId xmlns:a16="http://schemas.microsoft.com/office/drawing/2014/main" id="{061F8191-7958-A3B6-D754-56FAB2742504}"/>
              </a:ext>
            </a:extLst>
          </p:cNvPr>
          <p:cNvSpPr/>
          <p:nvPr/>
        </p:nvSpPr>
        <p:spPr>
          <a:xfrm rot="16200000">
            <a:off x="8264631" y="4056839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 descr="Timeline marker">
            <a:extLst>
              <a:ext uri="{FF2B5EF4-FFF2-40B4-BE49-F238E27FC236}">
                <a16:creationId xmlns:a16="http://schemas.microsoft.com/office/drawing/2014/main" id="{FA6C0651-6CD9-1742-F030-13CC2F6DAC2F}"/>
              </a:ext>
            </a:extLst>
          </p:cNvPr>
          <p:cNvSpPr/>
          <p:nvPr/>
        </p:nvSpPr>
        <p:spPr>
          <a:xfrm rot="16200000">
            <a:off x="10475505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3BF8E55-B2B9-104D-F277-0890253473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US" dirty="0"/>
              <a:t>Data Visualization using Tableau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CE9DA14-62AB-A857-6387-1F5D330B3F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5"/>
            <a:ext cx="1993392" cy="1162873"/>
          </a:xfrm>
        </p:spPr>
        <p:txBody>
          <a:bodyPr/>
          <a:lstStyle/>
          <a:p>
            <a:pPr lvl="0"/>
            <a:r>
              <a:rPr lang="en-US" dirty="0"/>
              <a:t>a. Excel Analysis using Pivot tables.</a:t>
            </a:r>
          </a:p>
          <a:p>
            <a:r>
              <a:rPr lang="en-US" dirty="0"/>
              <a:t>b. Data processing and repositories using Power BI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10CB940-D45B-59F1-06E5-9CC94100EF0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1162872"/>
          </a:xfrm>
        </p:spPr>
        <p:txBody>
          <a:bodyPr/>
          <a:lstStyle/>
          <a:p>
            <a:pPr marL="342900" lvl="0" indent="-342900">
              <a:buAutoNum type="alphaLcPeriod"/>
            </a:pPr>
            <a:r>
              <a:rPr lang="en-US" dirty="0"/>
              <a:t>Managing data in relational database using SQL </a:t>
            </a:r>
          </a:p>
          <a:p>
            <a:pPr marL="342900" lvl="0" indent="-342900">
              <a:buAutoNum type="alphaLcPeriod"/>
            </a:pPr>
            <a:r>
              <a:rPr lang="en-US" dirty="0"/>
              <a:t>Statistical Analysis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0DA38E3-68A2-4FF9-022B-BA0DF832B1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72BD1AE-7290-BA6E-18FB-8181C0D13E7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2" name="Rectangle 1" descr="Timeline marker">
            <a:extLst>
              <a:ext uri="{FF2B5EF4-FFF2-40B4-BE49-F238E27FC236}">
                <a16:creationId xmlns:a16="http://schemas.microsoft.com/office/drawing/2014/main" id="{47E5D5D2-522C-00DF-46CD-2B87244C19D5}"/>
              </a:ext>
            </a:extLst>
          </p:cNvPr>
          <p:cNvSpPr/>
          <p:nvPr/>
        </p:nvSpPr>
        <p:spPr>
          <a:xfrm rot="16200000">
            <a:off x="1605786" y="4038532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87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09B0-6209-D3D0-9D5E-308B9F6E7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3552" y="897978"/>
            <a:ext cx="8165592" cy="768096"/>
          </a:xfrm>
        </p:spPr>
        <p:txBody>
          <a:bodyPr/>
          <a:lstStyle/>
          <a:p>
            <a:pPr algn="ctr"/>
            <a:r>
              <a:rPr lang="en-US" dirty="0"/>
              <a:t>Tools used </a:t>
            </a:r>
            <a:br>
              <a:rPr lang="en-US" dirty="0"/>
            </a:b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058AE03-D409-0714-CCED-4548A9C9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29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C39DD0-CD86-2929-7808-58D17FC2C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Visualize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E3C77D-C831-E931-BF93-CBD902F91F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13162" y="3061208"/>
            <a:ext cx="4086670" cy="3499930"/>
          </a:xfr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618F075-837C-1005-19D6-8DC90759C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 Analyze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D1D0BF9-FCAA-67DA-79AB-E6E7E6D2B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658808" y="3061208"/>
            <a:ext cx="2837232" cy="3500692"/>
          </a:xfrm>
        </p:spPr>
        <p:txBody>
          <a:bodyPr/>
          <a:lstStyle/>
          <a:p>
            <a:r>
              <a:rPr lang="en-US" sz="2000" dirty="0"/>
              <a:t>Tableau </a:t>
            </a:r>
          </a:p>
          <a:p>
            <a:r>
              <a:rPr lang="en-US" sz="2000" dirty="0"/>
              <a:t>MS Excel</a:t>
            </a:r>
          </a:p>
          <a:p>
            <a:r>
              <a:rPr lang="en-US" sz="2000" dirty="0"/>
              <a:t>Power BI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70280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7D2E-080D-DBDD-73C4-3C38A2B7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5" y="1142440"/>
            <a:ext cx="6766560" cy="768096"/>
          </a:xfrm>
        </p:spPr>
        <p:txBody>
          <a:bodyPr/>
          <a:lstStyle/>
          <a:p>
            <a:pPr algn="ctr"/>
            <a:r>
              <a:rPr lang="en-US" dirty="0"/>
              <a:t>SUMMARY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BA2433-990B-A170-369A-3DF4A9B33B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F20BE-640F-EFAB-3A43-2AA146DB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FDE3-DBA4-6A04-C75D-E56FE92EF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760" y="2565918"/>
            <a:ext cx="5879592" cy="2146042"/>
          </a:xfrm>
        </p:spPr>
        <p:txBody>
          <a:bodyPr/>
          <a:lstStyle/>
          <a:p>
            <a:r>
              <a:rPr lang="en-US" sz="1600" dirty="0"/>
              <a:t>Seeking a position of entry level Data Analyst possessing strong analytical skills, basic programming, collaboration skills for utilizing data to solve problems. </a:t>
            </a:r>
          </a:p>
          <a:p>
            <a:r>
              <a:rPr lang="en-US" sz="1600" dirty="0"/>
              <a:t>Dashboards, insights and recommendations for the above datasets were done with data analytical and statistical tools to render accuracy in data processing to achieve success.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18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D.SOORYA </a:t>
            </a:r>
          </a:p>
          <a:p>
            <a:r>
              <a:rPr lang="en-US" dirty="0"/>
              <a:t>soorya.dakshina@gmail.com</a:t>
            </a:r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" id="{8E8E6382-84E0-47AA-A2A2-8ED603AAB26E}" vid="{692203AD-8BB8-47BB-AF1A-2D7F125D9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060146-7700-4F6C-986B-89E3839BD4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35FEF8-1733-4347-95CE-3BB62B2B8DD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8FC98CF-E78A-425D-90FD-55D1C468A3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{7A19284A-9949-4F90-9507-060DEE408391}tf78438558_win32</Template>
  <TotalTime>511</TotalTime>
  <Words>1270</Words>
  <Application>Microsoft Office PowerPoint</Application>
  <PresentationFormat>Widescreen</PresentationFormat>
  <Paragraphs>195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Arial Black</vt:lpstr>
      <vt:lpstr>Calibri</vt:lpstr>
      <vt:lpstr>Sabon Next LT</vt:lpstr>
      <vt:lpstr>Segoe UI</vt:lpstr>
      <vt:lpstr>Office Theme</vt:lpstr>
      <vt:lpstr>DATA ANALYST Project portfolio </vt:lpstr>
      <vt:lpstr>acknowledgement</vt:lpstr>
      <vt:lpstr>AGENDA</vt:lpstr>
      <vt:lpstr>Who am I?</vt:lpstr>
      <vt:lpstr>Project 1</vt:lpstr>
      <vt:lpstr>Dashboard</vt:lpstr>
      <vt:lpstr>Insights </vt:lpstr>
      <vt:lpstr>Recommendation</vt:lpstr>
      <vt:lpstr>Project 2 </vt:lpstr>
      <vt:lpstr>dashboard</vt:lpstr>
      <vt:lpstr>insights</vt:lpstr>
      <vt:lpstr>recommendation</vt:lpstr>
      <vt:lpstr>Project 3 </vt:lpstr>
      <vt:lpstr>dashboard</vt:lpstr>
      <vt:lpstr>PowerPoint Presentation</vt:lpstr>
      <vt:lpstr>Insights</vt:lpstr>
      <vt:lpstr>Project 4</vt:lpstr>
      <vt:lpstr>dashboard</vt:lpstr>
      <vt:lpstr>PowerPoint Presentation</vt:lpstr>
      <vt:lpstr>Insights</vt:lpstr>
      <vt:lpstr>Project 5</vt:lpstr>
      <vt:lpstr>dashboard</vt:lpstr>
      <vt:lpstr>INSIGHTS</vt:lpstr>
      <vt:lpstr>Project 6</vt:lpstr>
      <vt:lpstr>dashboard</vt:lpstr>
      <vt:lpstr>INSIGHTS</vt:lpstr>
      <vt:lpstr>recommendation</vt:lpstr>
      <vt:lpstr>TIMELINE</vt:lpstr>
      <vt:lpstr>Tools used  </vt:lpstr>
      <vt:lpstr>SUMMARY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Project portfolio </dc:title>
  <dc:subject/>
  <dc:creator>soorya d</dc:creator>
  <cp:lastModifiedBy>soorya d</cp:lastModifiedBy>
  <cp:revision>1</cp:revision>
  <dcterms:created xsi:type="dcterms:W3CDTF">2024-01-31T06:44:42Z</dcterms:created>
  <dcterms:modified xsi:type="dcterms:W3CDTF">2024-02-01T08:57:15Z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